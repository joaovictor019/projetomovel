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4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39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76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1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56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80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83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04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620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1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95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479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8274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769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292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62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377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37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26AA9C4-72FA-43D2-A615-15F90D22255C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AE17C-31F4-41A1-9E64-D981267C7A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121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VaiJunto</a:t>
            </a:r>
            <a:r>
              <a:rPr lang="pt-BR" dirty="0" smtClean="0"/>
              <a:t>?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pt-BR" dirty="0" smtClean="0"/>
              <a:t>João Victor </a:t>
            </a:r>
            <a:r>
              <a:rPr lang="pt-BR" dirty="0" err="1" smtClean="0"/>
              <a:t>Romagnoli</a:t>
            </a:r>
            <a:r>
              <a:rPr lang="pt-BR" dirty="0" smtClean="0"/>
              <a:t> </a:t>
            </a:r>
            <a:r>
              <a:rPr lang="pt-BR" dirty="0" err="1" smtClean="0"/>
              <a:t>Vendito</a:t>
            </a:r>
            <a:r>
              <a:rPr lang="pt-BR" dirty="0" smtClean="0"/>
              <a:t>- 2024</a:t>
            </a:r>
            <a:r>
              <a:rPr lang="pt-BR" dirty="0"/>
              <a:t>02531425</a:t>
            </a:r>
            <a:endParaRPr lang="pt-BR" dirty="0" smtClean="0"/>
          </a:p>
          <a:p>
            <a:r>
              <a:rPr lang="pt-BR" dirty="0" smtClean="0"/>
              <a:t>Victor Felipe Pires- 202403000857</a:t>
            </a:r>
          </a:p>
          <a:p>
            <a:r>
              <a:rPr lang="pt-BR" dirty="0" smtClean="0"/>
              <a:t>Felipe do Santos- 2023</a:t>
            </a:r>
            <a:r>
              <a:rPr lang="pt-BR" dirty="0"/>
              <a:t>03292406</a:t>
            </a:r>
            <a:endParaRPr lang="pt-BR" dirty="0" smtClean="0"/>
          </a:p>
          <a:p>
            <a:r>
              <a:rPr lang="pt-BR" dirty="0"/>
              <a:t>Prof. Luiz Gustavo </a:t>
            </a:r>
            <a:r>
              <a:rPr lang="pt-BR" dirty="0" err="1"/>
              <a:t>Turatti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88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Índice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Telas do aplicativo</a:t>
            </a:r>
          </a:p>
          <a:p>
            <a:r>
              <a:rPr lang="pt-BR" dirty="0" smtClean="0"/>
              <a:t>Objetivo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674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imag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11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imag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2950" cy="844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77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imag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5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" y="0"/>
            <a:ext cx="12184175" cy="843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" y="0"/>
            <a:ext cx="12184175" cy="76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0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04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" y="-381532"/>
            <a:ext cx="12184175" cy="76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8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45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25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Íon</vt:lpstr>
      <vt:lpstr>VaiJunto?</vt:lpstr>
      <vt:lpstr>Índice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VaiJunto?</dc:title>
  <dc:creator>User</dc:creator>
  <cp:lastModifiedBy>User</cp:lastModifiedBy>
  <cp:revision>3</cp:revision>
  <dcterms:created xsi:type="dcterms:W3CDTF">2025-11-14T19:11:18Z</dcterms:created>
  <dcterms:modified xsi:type="dcterms:W3CDTF">2025-11-14T20:03:11Z</dcterms:modified>
</cp:coreProperties>
</file>