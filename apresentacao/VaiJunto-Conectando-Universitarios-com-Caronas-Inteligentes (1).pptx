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1430000" cy="10890250"/>
  <p:notesSz cx="11430000" cy="108902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115" autoAdjust="0"/>
  </p:normalViewPr>
  <p:slideViewPr>
    <p:cSldViewPr>
      <p:cViewPr varScale="1">
        <p:scale>
          <a:sx n="68" d="100"/>
          <a:sy n="68" d="100"/>
        </p:scale>
        <p:origin x="738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1" i="0">
                <a:solidFill>
                  <a:srgbClr val="F94CA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0" i="0">
                <a:solidFill>
                  <a:srgbClr val="DAD1E6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rgbClr val="F94CA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DAD1E6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8429625"/>
          </a:xfrm>
          <a:custGeom>
            <a:avLst/>
            <a:gdLst/>
            <a:ahLst/>
            <a:cxnLst/>
            <a:rect l="l" t="t" r="r" b="b"/>
            <a:pathLst>
              <a:path w="11430000" h="8429625">
                <a:moveTo>
                  <a:pt x="11430000" y="0"/>
                </a:moveTo>
                <a:lnTo>
                  <a:pt x="0" y="0"/>
                </a:lnTo>
                <a:lnTo>
                  <a:pt x="0" y="8429625"/>
                </a:lnTo>
                <a:lnTo>
                  <a:pt x="11430000" y="8429625"/>
                </a:lnTo>
                <a:lnTo>
                  <a:pt x="11430000" y="0"/>
                </a:lnTo>
                <a:close/>
              </a:path>
            </a:pathLst>
          </a:custGeom>
          <a:solidFill>
            <a:srgbClr val="2315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rgbClr val="F94CA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rgbClr val="F94CA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315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73625" y="1424374"/>
            <a:ext cx="4899659" cy="1444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1" i="0">
                <a:solidFill>
                  <a:srgbClr val="F94CA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73625" y="3065303"/>
            <a:ext cx="5904230" cy="1863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0" i="0">
                <a:solidFill>
                  <a:srgbClr val="DAD1E6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pps.apple.com/br/app/expo-go/id982107779" TargetMode="External"/><Relationship Id="rId7" Type="http://schemas.openxmlformats.org/officeDocument/2006/relationships/image" Target="../media/image2.png"/><Relationship Id="rId2" Type="http://schemas.openxmlformats.org/officeDocument/2006/relationships/hyperlink" Target="https://play.google.com/store/search?q=expo%2Bgo&amp;c=app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amma.app/?utm_source=made-with-gamma" TargetMode="External"/><Relationship Id="rId5" Type="http://schemas.openxmlformats.org/officeDocument/2006/relationships/image" Target="../media/image9.png"/><Relationship Id="rId4" Type="http://schemas.openxmlformats.org/officeDocument/2006/relationships/hyperlink" Target="https://qcmlftwkovmajwtljauv.supabase.co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11480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VaiJunto?	Conectando Universitários	com	Caronas Inteligentes</a:t>
            </a:r>
            <a:endParaRPr lang="pt-BR" dirty="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mtClean="0"/>
              <a:t>Bem-vindos à apresentação do VaiJunto?, um projeto inovador desenvolvido para a disciplina de Programação de Dispositivos Móveis com React Native e Expo (Android). Nosso objetivo é simplificar a vida dos estudantes universitários, oferecendo uma plataforma eficiente e segura para compartilhamento de caronas.</a:t>
            </a:r>
          </a:p>
          <a:p>
            <a:endParaRPr lang="pt-BR" smtClean="0"/>
          </a:p>
          <a:p>
            <a:r>
              <a:rPr lang="pt-BR" smtClean="0"/>
              <a:t>Sob a orientação do Prof. Luiz Gustavo Turatti, nossa equipe dedicou-se a criar uma solução que não só otimiza o tempo e os recursos dos usuários, mas também fomenta a conexão e a colaboração dentro da comunidade acadêmica.</a:t>
            </a:r>
            <a:endParaRPr lang="pt-BR" dirty="0"/>
          </a:p>
        </p:txBody>
      </p:sp>
      <p:pic>
        <p:nvPicPr>
          <p:cNvPr id="5" name="object 5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69634" y="5902325"/>
            <a:ext cx="1754504" cy="419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77000"/>
          </a:xfrm>
          <a:custGeom>
            <a:avLst/>
            <a:gdLst/>
            <a:ahLst/>
            <a:cxnLst/>
            <a:rect l="l" t="t" r="r" b="b"/>
            <a:pathLst>
              <a:path w="11430000" h="6477000">
                <a:moveTo>
                  <a:pt x="11430000" y="0"/>
                </a:moveTo>
                <a:lnTo>
                  <a:pt x="0" y="0"/>
                </a:lnTo>
                <a:lnTo>
                  <a:pt x="0" y="6477000"/>
                </a:lnTo>
                <a:lnTo>
                  <a:pt x="11430000" y="64770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315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7375" y="383825"/>
            <a:ext cx="5648960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7350" algn="l"/>
                <a:tab pos="1699260" algn="l"/>
                <a:tab pos="2449195" algn="l"/>
                <a:tab pos="3386454" algn="l"/>
                <a:tab pos="3949065" algn="l"/>
              </a:tabLst>
            </a:pPr>
            <a:r>
              <a:rPr spc="-445" dirty="0"/>
              <a:t>A</a:t>
            </a:r>
            <a:r>
              <a:rPr dirty="0"/>
              <a:t>	</a:t>
            </a:r>
            <a:r>
              <a:rPr spc="-10" dirty="0"/>
              <a:t>Equipe</a:t>
            </a:r>
            <a:r>
              <a:rPr dirty="0"/>
              <a:t>	</a:t>
            </a:r>
            <a:r>
              <a:rPr spc="-25" dirty="0"/>
              <a:t>Por</a:t>
            </a:r>
            <a:r>
              <a:rPr dirty="0"/>
              <a:t>	</a:t>
            </a:r>
            <a:r>
              <a:rPr spc="-20" dirty="0"/>
              <a:t>Trás</a:t>
            </a:r>
            <a:r>
              <a:rPr dirty="0"/>
              <a:t>	</a:t>
            </a:r>
            <a:r>
              <a:rPr spc="-25" dirty="0"/>
              <a:t>do</a:t>
            </a:r>
            <a:r>
              <a:rPr dirty="0"/>
              <a:t>	</a:t>
            </a:r>
            <a:r>
              <a:rPr spc="-25" dirty="0"/>
              <a:t>VaiJunto?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1190625"/>
            <a:ext cx="3286125" cy="32766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87375" y="4590922"/>
            <a:ext cx="1993264" cy="5670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-10" dirty="0">
                <a:solidFill>
                  <a:srgbClr val="DAD1E6"/>
                </a:solidFill>
                <a:latin typeface="Trebuchet MS"/>
                <a:cs typeface="Trebuchet MS"/>
              </a:rPr>
              <a:t>João</a:t>
            </a:r>
            <a:r>
              <a:rPr sz="1450" b="1" spc="32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450" b="1" dirty="0">
                <a:solidFill>
                  <a:srgbClr val="DAD1E6"/>
                </a:solidFill>
                <a:latin typeface="Trebuchet MS"/>
                <a:cs typeface="Trebuchet MS"/>
              </a:rPr>
              <a:t>Victor</a:t>
            </a:r>
            <a:r>
              <a:rPr sz="1450" b="1" spc="32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450" b="1" spc="-35" dirty="0">
                <a:solidFill>
                  <a:srgbClr val="DAD1E6"/>
                </a:solidFill>
                <a:latin typeface="Trebuchet MS"/>
                <a:cs typeface="Trebuchet MS"/>
              </a:rPr>
              <a:t>Romagnoli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Matrícula:</a:t>
            </a:r>
            <a:r>
              <a:rPr sz="1150" spc="3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b="1" u="sng" spc="-10" dirty="0">
                <a:solidFill>
                  <a:srgbClr val="F94CAE"/>
                </a:solidFill>
                <a:uFill>
                  <a:solidFill>
                    <a:srgbClr val="F94CAE"/>
                  </a:solidFill>
                </a:uFill>
                <a:latin typeface="Trebuchet MS"/>
                <a:cs typeface="Trebuchet MS"/>
              </a:rPr>
              <a:t>202402531425</a:t>
            </a:r>
            <a:endParaRPr sz="115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76700" y="1190625"/>
            <a:ext cx="3276600" cy="32766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059834" y="4590922"/>
            <a:ext cx="1805939" cy="5670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dirty="0">
                <a:solidFill>
                  <a:srgbClr val="DAD1E6"/>
                </a:solidFill>
                <a:latin typeface="Trebuchet MS"/>
                <a:cs typeface="Trebuchet MS"/>
              </a:rPr>
              <a:t>Victor</a:t>
            </a:r>
            <a:r>
              <a:rPr sz="1450" b="1" spc="35" dirty="0">
                <a:solidFill>
                  <a:srgbClr val="DAD1E6"/>
                </a:solidFill>
                <a:latin typeface="Trebuchet MS"/>
                <a:cs typeface="Trebuchet MS"/>
              </a:rPr>
              <a:t>  </a:t>
            </a:r>
            <a:r>
              <a:rPr sz="1450" b="1" dirty="0">
                <a:solidFill>
                  <a:srgbClr val="DAD1E6"/>
                </a:solidFill>
                <a:latin typeface="Trebuchet MS"/>
                <a:cs typeface="Trebuchet MS"/>
              </a:rPr>
              <a:t>Felipe</a:t>
            </a:r>
            <a:r>
              <a:rPr sz="1450" b="1" spc="40" dirty="0">
                <a:solidFill>
                  <a:srgbClr val="DAD1E6"/>
                </a:solidFill>
                <a:latin typeface="Trebuchet MS"/>
                <a:cs typeface="Trebuchet MS"/>
              </a:rPr>
              <a:t>  </a:t>
            </a:r>
            <a:r>
              <a:rPr sz="1450" b="1" spc="45" dirty="0">
                <a:solidFill>
                  <a:srgbClr val="DAD1E6"/>
                </a:solidFill>
                <a:latin typeface="Trebuchet MS"/>
                <a:cs typeface="Trebuchet MS"/>
              </a:rPr>
              <a:t>Pires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Matrícula:</a:t>
            </a:r>
            <a:r>
              <a:rPr sz="1150" spc="3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b="1" u="sng" spc="-10" dirty="0">
                <a:solidFill>
                  <a:srgbClr val="F94CAE"/>
                </a:solidFill>
                <a:uFill>
                  <a:solidFill>
                    <a:srgbClr val="F94CAE"/>
                  </a:solidFill>
                </a:uFill>
                <a:latin typeface="Trebuchet MS"/>
                <a:cs typeface="Trebuchet MS"/>
              </a:rPr>
              <a:t>202403000857</a:t>
            </a:r>
            <a:endParaRPr sz="1150">
              <a:latin typeface="Trebuchet MS"/>
              <a:cs typeface="Trebuchet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43800" y="1190625"/>
            <a:ext cx="3286125" cy="32766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532293" y="4590922"/>
            <a:ext cx="1704975" cy="5670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dirty="0">
                <a:solidFill>
                  <a:srgbClr val="DAD1E6"/>
                </a:solidFill>
                <a:latin typeface="Trebuchet MS"/>
                <a:cs typeface="Trebuchet MS"/>
              </a:rPr>
              <a:t>Felipe</a:t>
            </a:r>
            <a:r>
              <a:rPr sz="1450" b="1" spc="26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450" b="1" dirty="0">
                <a:solidFill>
                  <a:srgbClr val="DAD1E6"/>
                </a:solidFill>
                <a:latin typeface="Trebuchet MS"/>
                <a:cs typeface="Trebuchet MS"/>
              </a:rPr>
              <a:t>do</a:t>
            </a:r>
            <a:r>
              <a:rPr sz="1450" b="1" spc="27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450" b="1" spc="-10" dirty="0">
                <a:solidFill>
                  <a:srgbClr val="DAD1E6"/>
                </a:solidFill>
                <a:latin typeface="Trebuchet MS"/>
                <a:cs typeface="Trebuchet MS"/>
              </a:rPr>
              <a:t>Santos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Matrícula:</a:t>
            </a:r>
            <a:r>
              <a:rPr sz="1150" spc="3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b="1" u="sng" spc="-40" dirty="0">
                <a:solidFill>
                  <a:srgbClr val="F94CAE"/>
                </a:solidFill>
                <a:uFill>
                  <a:solidFill>
                    <a:srgbClr val="F94CAE"/>
                  </a:solidFill>
                </a:uFill>
                <a:latin typeface="Trebuchet MS"/>
                <a:cs typeface="Trebuchet MS"/>
              </a:rPr>
              <a:t>202303292406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7367" y="5303678"/>
            <a:ext cx="10191750" cy="7397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5900"/>
              </a:lnSpc>
              <a:spcBef>
                <a:spcPts val="90"/>
              </a:spcBef>
            </a:pP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Conheça</a:t>
            </a:r>
            <a:r>
              <a:rPr sz="1150" spc="10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80" dirty="0">
                <a:solidFill>
                  <a:srgbClr val="DAD1E6"/>
                </a:solidFill>
                <a:latin typeface="Trebuchet MS"/>
                <a:cs typeface="Trebuchet MS"/>
              </a:rPr>
              <a:t>os</a:t>
            </a:r>
            <a:r>
              <a:rPr sz="1150" spc="11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talentos</a:t>
            </a:r>
            <a:r>
              <a:rPr sz="1150" spc="10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e</a:t>
            </a:r>
            <a:r>
              <a:rPr sz="1150" spc="11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mentes</a:t>
            </a:r>
            <a:r>
              <a:rPr sz="1150" spc="11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dedicadas</a:t>
            </a:r>
            <a:r>
              <a:rPr sz="1150" spc="10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que</a:t>
            </a:r>
            <a:r>
              <a:rPr sz="1150" spc="11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tornaram</a:t>
            </a:r>
            <a:r>
              <a:rPr sz="1150" spc="11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70" dirty="0">
                <a:solidFill>
                  <a:srgbClr val="DAD1E6"/>
                </a:solidFill>
                <a:latin typeface="Trebuchet MS"/>
                <a:cs typeface="Trebuchet MS"/>
              </a:rPr>
              <a:t>o</a:t>
            </a:r>
            <a:r>
              <a:rPr sz="1150" spc="10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projeto</a:t>
            </a:r>
            <a:r>
              <a:rPr sz="1150" spc="10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b="1" spc="-30" dirty="0">
                <a:solidFill>
                  <a:srgbClr val="DAD1E6"/>
                </a:solidFill>
                <a:latin typeface="Trebuchet MS"/>
                <a:cs typeface="Trebuchet MS"/>
              </a:rPr>
              <a:t>VaiJunto?</a:t>
            </a:r>
            <a:r>
              <a:rPr sz="1150" b="1" spc="10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50" dirty="0">
                <a:solidFill>
                  <a:srgbClr val="DAD1E6"/>
                </a:solidFill>
                <a:latin typeface="Trebuchet MS"/>
                <a:cs typeface="Trebuchet MS"/>
              </a:rPr>
              <a:t>uma</a:t>
            </a:r>
            <a:r>
              <a:rPr sz="1150" spc="11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realidade.</a:t>
            </a:r>
            <a:r>
              <a:rPr sz="1150" spc="10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65" dirty="0">
                <a:solidFill>
                  <a:srgbClr val="DAD1E6"/>
                </a:solidFill>
                <a:latin typeface="Trebuchet MS"/>
                <a:cs typeface="Trebuchet MS"/>
              </a:rPr>
              <a:t>Nossa</a:t>
            </a:r>
            <a:r>
              <a:rPr sz="1150" spc="11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equipe</a:t>
            </a:r>
            <a:r>
              <a:rPr sz="1150" spc="11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é</a:t>
            </a:r>
            <a:r>
              <a:rPr sz="1150" spc="10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composta</a:t>
            </a:r>
            <a:r>
              <a:rPr sz="1150" spc="11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por</a:t>
            </a:r>
            <a:r>
              <a:rPr sz="1150" spc="11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estudantes</a:t>
            </a:r>
            <a:r>
              <a:rPr sz="1150" spc="10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apaixonados</a:t>
            </a:r>
            <a:r>
              <a:rPr sz="1150" spc="11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-25" dirty="0">
                <a:solidFill>
                  <a:srgbClr val="DAD1E6"/>
                </a:solidFill>
                <a:latin typeface="Trebuchet MS"/>
                <a:cs typeface="Trebuchet MS"/>
              </a:rPr>
              <a:t>por </a:t>
            </a:r>
            <a:r>
              <a:rPr sz="1150" spc="20" dirty="0">
                <a:solidFill>
                  <a:srgbClr val="DAD1E6"/>
                </a:solidFill>
                <a:latin typeface="Trebuchet MS"/>
                <a:cs typeface="Trebuchet MS"/>
              </a:rPr>
              <a:t>tecnologia</a:t>
            </a:r>
            <a:r>
              <a:rPr sz="1150" spc="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20" dirty="0">
                <a:solidFill>
                  <a:srgbClr val="DAD1E6"/>
                </a:solidFill>
                <a:latin typeface="Trebuchet MS"/>
                <a:cs typeface="Trebuchet MS"/>
              </a:rPr>
              <a:t>e</a:t>
            </a:r>
            <a:r>
              <a:rPr sz="1150" spc="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inovação,</a:t>
            </a:r>
            <a:r>
              <a:rPr sz="1150" spc="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20" dirty="0">
                <a:solidFill>
                  <a:srgbClr val="DAD1E6"/>
                </a:solidFill>
                <a:latin typeface="Trebuchet MS"/>
                <a:cs typeface="Trebuchet MS"/>
              </a:rPr>
              <a:t>comprometidos</a:t>
            </a:r>
            <a:r>
              <a:rPr sz="1150" spc="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20" dirty="0">
                <a:solidFill>
                  <a:srgbClr val="DAD1E6"/>
                </a:solidFill>
                <a:latin typeface="Trebuchet MS"/>
                <a:cs typeface="Trebuchet MS"/>
              </a:rPr>
              <a:t>em</a:t>
            </a:r>
            <a:r>
              <a:rPr sz="1150" spc="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entregar</a:t>
            </a:r>
            <a:r>
              <a:rPr sz="1150" spc="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50" dirty="0">
                <a:solidFill>
                  <a:srgbClr val="DAD1E6"/>
                </a:solidFill>
                <a:latin typeface="Trebuchet MS"/>
                <a:cs typeface="Trebuchet MS"/>
              </a:rPr>
              <a:t>uma</a:t>
            </a:r>
            <a:r>
              <a:rPr sz="1150" spc="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ferramenta</a:t>
            </a:r>
            <a:r>
              <a:rPr sz="1150" spc="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20" dirty="0">
                <a:solidFill>
                  <a:srgbClr val="DAD1E6"/>
                </a:solidFill>
                <a:latin typeface="Trebuchet MS"/>
                <a:cs typeface="Trebuchet MS"/>
              </a:rPr>
              <a:t>útil</a:t>
            </a:r>
            <a:r>
              <a:rPr sz="1150" spc="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20" dirty="0">
                <a:solidFill>
                  <a:srgbClr val="DAD1E6"/>
                </a:solidFill>
                <a:latin typeface="Trebuchet MS"/>
                <a:cs typeface="Trebuchet MS"/>
              </a:rPr>
              <a:t>e</a:t>
            </a:r>
            <a:r>
              <a:rPr sz="1150" spc="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20" dirty="0">
                <a:solidFill>
                  <a:srgbClr val="DAD1E6"/>
                </a:solidFill>
                <a:latin typeface="Trebuchet MS"/>
                <a:cs typeface="Trebuchet MS"/>
              </a:rPr>
              <a:t>de</a:t>
            </a:r>
            <a:r>
              <a:rPr sz="1150" spc="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20" dirty="0">
                <a:solidFill>
                  <a:srgbClr val="DAD1E6"/>
                </a:solidFill>
                <a:latin typeface="Trebuchet MS"/>
                <a:cs typeface="Trebuchet MS"/>
              </a:rPr>
              <a:t>alta</a:t>
            </a:r>
            <a:r>
              <a:rPr sz="1150" spc="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20" dirty="0">
                <a:solidFill>
                  <a:srgbClr val="DAD1E6"/>
                </a:solidFill>
                <a:latin typeface="Trebuchet MS"/>
                <a:cs typeface="Trebuchet MS"/>
              </a:rPr>
              <a:t>qualidade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20" dirty="0">
                <a:solidFill>
                  <a:srgbClr val="DAD1E6"/>
                </a:solidFill>
                <a:latin typeface="Trebuchet MS"/>
                <a:cs typeface="Trebuchet MS"/>
              </a:rPr>
              <a:t>para</a:t>
            </a:r>
            <a:r>
              <a:rPr sz="1150" spc="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20" dirty="0">
                <a:solidFill>
                  <a:srgbClr val="DAD1E6"/>
                </a:solidFill>
                <a:latin typeface="Trebuchet MS"/>
                <a:cs typeface="Trebuchet MS"/>
              </a:rPr>
              <a:t>a</a:t>
            </a:r>
            <a:r>
              <a:rPr sz="1150" spc="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20" dirty="0">
                <a:solidFill>
                  <a:srgbClr val="DAD1E6"/>
                </a:solidFill>
                <a:latin typeface="Trebuchet MS"/>
                <a:cs typeface="Trebuchet MS"/>
              </a:rPr>
              <a:t>comunidade</a:t>
            </a:r>
            <a:r>
              <a:rPr sz="1150" spc="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universitária.</a:t>
            </a:r>
            <a:r>
              <a:rPr sz="1150" spc="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20" dirty="0">
                <a:solidFill>
                  <a:srgbClr val="DAD1E6"/>
                </a:solidFill>
                <a:latin typeface="Trebuchet MS"/>
                <a:cs typeface="Trebuchet MS"/>
              </a:rPr>
              <a:t>A</a:t>
            </a:r>
            <a:r>
              <a:rPr sz="1150" spc="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20" dirty="0">
                <a:solidFill>
                  <a:srgbClr val="DAD1E6"/>
                </a:solidFill>
                <a:latin typeface="Trebuchet MS"/>
                <a:cs typeface="Trebuchet MS"/>
              </a:rPr>
              <a:t>colaboração</a:t>
            </a:r>
            <a:r>
              <a:rPr sz="1150" spc="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-50" dirty="0">
                <a:solidFill>
                  <a:srgbClr val="DAD1E6"/>
                </a:solidFill>
                <a:latin typeface="Trebuchet MS"/>
                <a:cs typeface="Trebuchet MS"/>
              </a:rPr>
              <a:t>e </a:t>
            </a:r>
            <a:r>
              <a:rPr sz="1150" spc="20" dirty="0">
                <a:solidFill>
                  <a:srgbClr val="DAD1E6"/>
                </a:solidFill>
                <a:latin typeface="Trebuchet MS"/>
                <a:cs typeface="Trebuchet MS"/>
              </a:rPr>
              <a:t>expertise</a:t>
            </a:r>
            <a:r>
              <a:rPr sz="1150" spc="3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20" dirty="0">
                <a:solidFill>
                  <a:srgbClr val="DAD1E6"/>
                </a:solidFill>
                <a:latin typeface="Trebuchet MS"/>
                <a:cs typeface="Trebuchet MS"/>
              </a:rPr>
              <a:t>de</a:t>
            </a:r>
            <a:r>
              <a:rPr sz="1150" spc="3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20" dirty="0">
                <a:solidFill>
                  <a:srgbClr val="DAD1E6"/>
                </a:solidFill>
                <a:latin typeface="Trebuchet MS"/>
                <a:cs typeface="Trebuchet MS"/>
              </a:rPr>
              <a:t>cada</a:t>
            </a:r>
            <a:r>
              <a:rPr sz="1150" spc="3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20" dirty="0">
                <a:solidFill>
                  <a:srgbClr val="DAD1E6"/>
                </a:solidFill>
                <a:latin typeface="Trebuchet MS"/>
                <a:cs typeface="Trebuchet MS"/>
              </a:rPr>
              <a:t>membro</a:t>
            </a:r>
            <a:r>
              <a:rPr sz="1150" spc="3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20" dirty="0">
                <a:solidFill>
                  <a:srgbClr val="DAD1E6"/>
                </a:solidFill>
                <a:latin typeface="Trebuchet MS"/>
                <a:cs typeface="Trebuchet MS"/>
              </a:rPr>
              <a:t>foram</a:t>
            </a:r>
            <a:r>
              <a:rPr sz="1150" spc="3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20" dirty="0">
                <a:solidFill>
                  <a:srgbClr val="DAD1E6"/>
                </a:solidFill>
                <a:latin typeface="Trebuchet MS"/>
                <a:cs typeface="Trebuchet MS"/>
              </a:rPr>
              <a:t>fundamentais</a:t>
            </a:r>
            <a:r>
              <a:rPr sz="1150" spc="3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20" dirty="0">
                <a:solidFill>
                  <a:srgbClr val="DAD1E6"/>
                </a:solidFill>
                <a:latin typeface="Trebuchet MS"/>
                <a:cs typeface="Trebuchet MS"/>
              </a:rPr>
              <a:t>para</a:t>
            </a:r>
            <a:r>
              <a:rPr sz="1150" spc="3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70" dirty="0">
                <a:solidFill>
                  <a:srgbClr val="DAD1E6"/>
                </a:solidFill>
                <a:latin typeface="Trebuchet MS"/>
                <a:cs typeface="Trebuchet MS"/>
              </a:rPr>
              <a:t>o</a:t>
            </a:r>
            <a:r>
              <a:rPr sz="1150" spc="3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20" dirty="0">
                <a:solidFill>
                  <a:srgbClr val="DAD1E6"/>
                </a:solidFill>
                <a:latin typeface="Trebuchet MS"/>
                <a:cs typeface="Trebuchet MS"/>
              </a:rPr>
              <a:t>desenvolvimento</a:t>
            </a:r>
            <a:r>
              <a:rPr sz="1150" spc="3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20" dirty="0">
                <a:solidFill>
                  <a:srgbClr val="DAD1E6"/>
                </a:solidFill>
                <a:latin typeface="Trebuchet MS"/>
                <a:cs typeface="Trebuchet MS"/>
              </a:rPr>
              <a:t>desta</a:t>
            </a:r>
            <a:r>
              <a:rPr sz="1150" spc="3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AD1E6"/>
                </a:solidFill>
                <a:latin typeface="Trebuchet MS"/>
                <a:cs typeface="Trebuchet MS"/>
              </a:rPr>
              <a:t>plataforma.</a:t>
            </a:r>
            <a:endParaRPr sz="1150">
              <a:latin typeface="Trebuchet MS"/>
              <a:cs typeface="Trebuchet MS"/>
            </a:endParaRPr>
          </a:p>
        </p:txBody>
      </p:sp>
      <p:pic>
        <p:nvPicPr>
          <p:cNvPr id="11" name="object 11">
            <a:hlinkClick r:id="rId5"/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80244" y="5962650"/>
            <a:ext cx="1754504" cy="419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907700"/>
            <a:ext cx="6024245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7285" algn="l"/>
                <a:tab pos="2261870" algn="l"/>
                <a:tab pos="2823845" algn="l"/>
                <a:tab pos="4323715" algn="l"/>
                <a:tab pos="4698365" algn="l"/>
              </a:tabLst>
            </a:pPr>
            <a:r>
              <a:rPr spc="-10" dirty="0"/>
              <a:t>Visão</a:t>
            </a:r>
            <a:r>
              <a:rPr dirty="0"/>
              <a:t>	</a:t>
            </a:r>
            <a:r>
              <a:rPr spc="-10" dirty="0"/>
              <a:t>Geral</a:t>
            </a:r>
            <a:r>
              <a:rPr dirty="0"/>
              <a:t>	</a:t>
            </a:r>
            <a:r>
              <a:rPr spc="-25" dirty="0"/>
              <a:t>do</a:t>
            </a:r>
            <a:r>
              <a:rPr dirty="0"/>
              <a:t>	</a:t>
            </a:r>
            <a:r>
              <a:rPr spc="-10" dirty="0"/>
              <a:t>Projeto</a:t>
            </a:r>
            <a:r>
              <a:rPr dirty="0"/>
              <a:t>	</a:t>
            </a:r>
            <a:r>
              <a:rPr spc="-50" dirty="0"/>
              <a:t>e</a:t>
            </a:r>
            <a:r>
              <a:rPr dirty="0"/>
              <a:t>	</a:t>
            </a:r>
            <a:r>
              <a:rPr spc="-120" dirty="0"/>
              <a:t>Sumário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2819399"/>
            <a:ext cx="3314700" cy="190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87375" y="2904998"/>
            <a:ext cx="2813685" cy="10528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dirty="0">
                <a:solidFill>
                  <a:srgbClr val="DAD1E6"/>
                </a:solidFill>
                <a:latin typeface="Trebuchet MS"/>
                <a:cs typeface="Trebuchet MS"/>
              </a:rPr>
              <a:t>Requisitos</a:t>
            </a:r>
            <a:r>
              <a:rPr sz="1450" b="1" spc="100" dirty="0">
                <a:solidFill>
                  <a:srgbClr val="DAD1E6"/>
                </a:solidFill>
                <a:latin typeface="Trebuchet MS"/>
                <a:cs typeface="Trebuchet MS"/>
              </a:rPr>
              <a:t>  </a:t>
            </a:r>
            <a:r>
              <a:rPr sz="1450" b="1" spc="40" dirty="0">
                <a:solidFill>
                  <a:srgbClr val="DAD1E6"/>
                </a:solidFill>
                <a:latin typeface="Trebuchet MS"/>
                <a:cs typeface="Trebuchet MS"/>
              </a:rPr>
              <a:t>Essenciais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38600"/>
              </a:lnSpc>
              <a:spcBef>
                <a:spcPts val="575"/>
              </a:spcBef>
            </a:pP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Detalhamento</a:t>
            </a:r>
            <a:r>
              <a:rPr sz="1150" spc="4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60" dirty="0">
                <a:solidFill>
                  <a:srgbClr val="DAD1E6"/>
                </a:solidFill>
                <a:latin typeface="Trebuchet MS"/>
                <a:cs typeface="Trebuchet MS"/>
              </a:rPr>
              <a:t>das</a:t>
            </a:r>
            <a:r>
              <a:rPr sz="1150" spc="4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ferramentas</a:t>
            </a:r>
            <a:r>
              <a:rPr sz="1150" spc="4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e</a:t>
            </a:r>
            <a:r>
              <a:rPr sz="1150" spc="5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AD1E6"/>
                </a:solidFill>
                <a:latin typeface="Trebuchet MS"/>
                <a:cs typeface="Trebuchet MS"/>
              </a:rPr>
              <a:t>versões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necessárias</a:t>
            </a:r>
            <a:r>
              <a:rPr sz="1150" spc="7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para</a:t>
            </a:r>
            <a:r>
              <a:rPr sz="1150" spc="7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70" dirty="0">
                <a:solidFill>
                  <a:srgbClr val="DAD1E6"/>
                </a:solidFill>
                <a:latin typeface="Trebuchet MS"/>
                <a:cs typeface="Trebuchet MS"/>
              </a:rPr>
              <a:t>o</a:t>
            </a:r>
            <a:r>
              <a:rPr sz="1150" spc="7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ambiente</a:t>
            </a:r>
            <a:r>
              <a:rPr sz="1150" spc="8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-25" dirty="0">
                <a:solidFill>
                  <a:srgbClr val="DAD1E6"/>
                </a:solidFill>
                <a:latin typeface="Trebuchet MS"/>
                <a:cs typeface="Trebuchet MS"/>
              </a:rPr>
              <a:t>de </a:t>
            </a:r>
            <a:r>
              <a:rPr sz="1150" spc="-10" dirty="0">
                <a:solidFill>
                  <a:srgbClr val="DAD1E6"/>
                </a:solidFill>
                <a:latin typeface="Trebuchet MS"/>
                <a:cs typeface="Trebuchet MS"/>
              </a:rPr>
              <a:t>desenvolvimento.</a:t>
            </a:r>
            <a:endParaRPr sz="11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57650" y="2819399"/>
            <a:ext cx="3314700" cy="1905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47337" y="2904998"/>
            <a:ext cx="3205480" cy="8147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dirty="0">
                <a:solidFill>
                  <a:srgbClr val="DAD1E6"/>
                </a:solidFill>
                <a:latin typeface="Trebuchet MS"/>
                <a:cs typeface="Trebuchet MS"/>
              </a:rPr>
              <a:t>Configuração</a:t>
            </a:r>
            <a:r>
              <a:rPr sz="1450" b="1" spc="16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450" b="1" dirty="0">
                <a:solidFill>
                  <a:srgbClr val="DAD1E6"/>
                </a:solidFill>
                <a:latin typeface="Trebuchet MS"/>
                <a:cs typeface="Trebuchet MS"/>
              </a:rPr>
              <a:t>de</a:t>
            </a:r>
            <a:r>
              <a:rPr sz="1450" b="1" spc="17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450" b="1" dirty="0">
                <a:solidFill>
                  <a:srgbClr val="DAD1E6"/>
                </a:solidFill>
                <a:latin typeface="Trebuchet MS"/>
                <a:cs typeface="Trebuchet MS"/>
              </a:rPr>
              <a:t>Acesso</a:t>
            </a:r>
            <a:r>
              <a:rPr sz="1450" b="1" spc="17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450" b="1" dirty="0">
                <a:solidFill>
                  <a:srgbClr val="DAD1E6"/>
                </a:solidFill>
                <a:latin typeface="Trebuchet MS"/>
                <a:cs typeface="Trebuchet MS"/>
              </a:rPr>
              <a:t>aos</a:t>
            </a:r>
            <a:r>
              <a:rPr sz="1450" b="1" spc="17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450" b="1" spc="-20" dirty="0">
                <a:solidFill>
                  <a:srgbClr val="DAD1E6"/>
                </a:solidFill>
                <a:latin typeface="Trebuchet MS"/>
                <a:cs typeface="Trebuchet MS"/>
              </a:rPr>
              <a:t>Dados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41300"/>
              </a:lnSpc>
              <a:spcBef>
                <a:spcPts val="540"/>
              </a:spcBef>
            </a:pP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Orientações</a:t>
            </a:r>
            <a:r>
              <a:rPr sz="1150" spc="9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para</a:t>
            </a:r>
            <a:r>
              <a:rPr sz="1150" spc="9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configurar</a:t>
            </a:r>
            <a:r>
              <a:rPr sz="1150" spc="9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70" dirty="0">
                <a:solidFill>
                  <a:srgbClr val="DAD1E6"/>
                </a:solidFill>
                <a:latin typeface="Trebuchet MS"/>
                <a:cs typeface="Trebuchet MS"/>
              </a:rPr>
              <a:t>o</a:t>
            </a:r>
            <a:r>
              <a:rPr sz="1150" spc="9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acesso</a:t>
            </a:r>
            <a:r>
              <a:rPr sz="1150" spc="9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50" dirty="0">
                <a:solidFill>
                  <a:srgbClr val="DAD1E6"/>
                </a:solidFill>
                <a:latin typeface="Trebuchet MS"/>
                <a:cs typeface="Trebuchet MS"/>
              </a:rPr>
              <a:t>ao</a:t>
            </a:r>
            <a:r>
              <a:rPr sz="1150" spc="9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-20" dirty="0">
                <a:solidFill>
                  <a:srgbClr val="DAD1E6"/>
                </a:solidFill>
                <a:latin typeface="Trebuchet MS"/>
                <a:cs typeface="Trebuchet MS"/>
              </a:rPr>
              <a:t>banco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de</a:t>
            </a:r>
            <a:r>
              <a:rPr sz="1150" spc="-1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60" dirty="0">
                <a:solidFill>
                  <a:srgbClr val="DAD1E6"/>
                </a:solidFill>
                <a:latin typeface="Trebuchet MS"/>
                <a:cs typeface="Trebuchet MS"/>
              </a:rPr>
              <a:t>dados</a:t>
            </a:r>
            <a:r>
              <a:rPr sz="1150" spc="-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50" dirty="0">
                <a:solidFill>
                  <a:srgbClr val="DAD1E6"/>
                </a:solidFill>
                <a:latin typeface="Trebuchet MS"/>
                <a:cs typeface="Trebuchet MS"/>
              </a:rPr>
              <a:t>Supabase</a:t>
            </a:r>
            <a:r>
              <a:rPr sz="1150" spc="-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e</a:t>
            </a:r>
            <a:r>
              <a:rPr sz="1150" spc="-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60" dirty="0">
                <a:solidFill>
                  <a:srgbClr val="DAD1E6"/>
                </a:solidFill>
                <a:latin typeface="Trebuchet MS"/>
                <a:cs typeface="Trebuchet MS"/>
              </a:rPr>
              <a:t>suas</a:t>
            </a:r>
            <a:r>
              <a:rPr sz="1150" spc="-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AD1E6"/>
                </a:solidFill>
                <a:latin typeface="Trebuchet MS"/>
                <a:cs typeface="Trebuchet MS"/>
              </a:rPr>
              <a:t>credenciais.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7375" y="1636553"/>
            <a:ext cx="10187305" cy="11398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138600"/>
              </a:lnSpc>
              <a:spcBef>
                <a:spcPts val="130"/>
              </a:spcBef>
            </a:pP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O</a:t>
            </a:r>
            <a:r>
              <a:rPr sz="1150" spc="6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b="1" spc="-30" dirty="0">
                <a:solidFill>
                  <a:srgbClr val="DAD1E6"/>
                </a:solidFill>
                <a:latin typeface="Trebuchet MS"/>
                <a:cs typeface="Trebuchet MS"/>
              </a:rPr>
              <a:t>VaiJunto?</a:t>
            </a:r>
            <a:r>
              <a:rPr sz="1150" b="1" spc="7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é</a:t>
            </a:r>
            <a:r>
              <a:rPr sz="1150" spc="7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mais</a:t>
            </a:r>
            <a:r>
              <a:rPr sz="1150" spc="65" dirty="0">
                <a:solidFill>
                  <a:srgbClr val="DAD1E6"/>
                </a:solidFill>
                <a:latin typeface="Trebuchet MS"/>
                <a:cs typeface="Trebuchet MS"/>
              </a:rPr>
              <a:t> do</a:t>
            </a:r>
            <a:r>
              <a:rPr sz="1150" spc="7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que</a:t>
            </a:r>
            <a:r>
              <a:rPr sz="1150" spc="7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55" dirty="0">
                <a:solidFill>
                  <a:srgbClr val="DAD1E6"/>
                </a:solidFill>
                <a:latin typeface="Trebuchet MS"/>
                <a:cs typeface="Trebuchet MS"/>
              </a:rPr>
              <a:t>um</a:t>
            </a:r>
            <a:r>
              <a:rPr sz="1150" spc="7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aplicativo;</a:t>
            </a:r>
            <a:r>
              <a:rPr sz="1150" spc="6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é</a:t>
            </a:r>
            <a:r>
              <a:rPr sz="1150" spc="7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50" dirty="0">
                <a:solidFill>
                  <a:srgbClr val="DAD1E6"/>
                </a:solidFill>
                <a:latin typeface="Trebuchet MS"/>
                <a:cs typeface="Trebuchet MS"/>
              </a:rPr>
              <a:t>uma</a:t>
            </a:r>
            <a:r>
              <a:rPr sz="1150" spc="7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solução</a:t>
            </a:r>
            <a:r>
              <a:rPr sz="1150" spc="7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mobile</a:t>
            </a:r>
            <a:r>
              <a:rPr sz="1150" spc="7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50" dirty="0">
                <a:solidFill>
                  <a:srgbClr val="DAD1E6"/>
                </a:solidFill>
                <a:latin typeface="Trebuchet MS"/>
                <a:cs typeface="Trebuchet MS"/>
              </a:rPr>
              <a:t>pensada</a:t>
            </a:r>
            <a:r>
              <a:rPr sz="1150" spc="6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para</a:t>
            </a:r>
            <a:r>
              <a:rPr sz="1150" spc="70" dirty="0">
                <a:solidFill>
                  <a:srgbClr val="DAD1E6"/>
                </a:solidFill>
                <a:latin typeface="Trebuchet MS"/>
                <a:cs typeface="Trebuchet MS"/>
              </a:rPr>
              <a:t> o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universitário.</a:t>
            </a:r>
            <a:r>
              <a:rPr sz="1150" spc="7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A</a:t>
            </a:r>
            <a:r>
              <a:rPr sz="1150" spc="7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plataforma</a:t>
            </a:r>
            <a:r>
              <a:rPr sz="1150" spc="6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visa</a:t>
            </a:r>
            <a:r>
              <a:rPr sz="1150" spc="7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conectar</a:t>
            </a:r>
            <a:r>
              <a:rPr sz="1150" spc="7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estudantes</a:t>
            </a:r>
            <a:r>
              <a:rPr sz="1150" spc="7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que</a:t>
            </a:r>
            <a:r>
              <a:rPr sz="1150" spc="6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precisam</a:t>
            </a:r>
            <a:r>
              <a:rPr sz="1150" spc="7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40" dirty="0">
                <a:solidFill>
                  <a:srgbClr val="DAD1E6"/>
                </a:solidFill>
                <a:latin typeface="Trebuchet MS"/>
                <a:cs typeface="Trebuchet MS"/>
              </a:rPr>
              <a:t>ou </a:t>
            </a:r>
            <a:r>
              <a:rPr sz="1150" spc="55" dirty="0">
                <a:solidFill>
                  <a:srgbClr val="DAD1E6"/>
                </a:solidFill>
                <a:latin typeface="Trebuchet MS"/>
                <a:cs typeface="Trebuchet MS"/>
              </a:rPr>
              <a:t>podem</a:t>
            </a:r>
            <a:r>
              <a:rPr sz="1150" spc="9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oferecer</a:t>
            </a:r>
            <a:r>
              <a:rPr sz="1150" spc="10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caronas,</a:t>
            </a:r>
            <a:r>
              <a:rPr sz="1150" spc="10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otimizando</a:t>
            </a:r>
            <a:r>
              <a:rPr sz="1150" spc="10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70" dirty="0">
                <a:solidFill>
                  <a:srgbClr val="DAD1E6"/>
                </a:solidFill>
                <a:latin typeface="Trebuchet MS"/>
                <a:cs typeface="Trebuchet MS"/>
              </a:rPr>
              <a:t>o</a:t>
            </a:r>
            <a:r>
              <a:rPr sz="1150" spc="10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transporte</a:t>
            </a:r>
            <a:r>
              <a:rPr sz="1150" spc="10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diário</a:t>
            </a:r>
            <a:r>
              <a:rPr sz="1150" spc="10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e</a:t>
            </a:r>
            <a:r>
              <a:rPr sz="1150" spc="10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promovendo</a:t>
            </a:r>
            <a:r>
              <a:rPr sz="1150" spc="10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55" dirty="0">
                <a:solidFill>
                  <a:srgbClr val="DAD1E6"/>
                </a:solidFill>
                <a:latin typeface="Trebuchet MS"/>
                <a:cs typeface="Trebuchet MS"/>
              </a:rPr>
              <a:t>um</a:t>
            </a:r>
            <a:r>
              <a:rPr sz="1150" spc="10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ambiente</a:t>
            </a:r>
            <a:r>
              <a:rPr sz="1150" spc="10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de</a:t>
            </a:r>
            <a:r>
              <a:rPr sz="1150" spc="10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colaboração</a:t>
            </a:r>
            <a:r>
              <a:rPr sz="1150" spc="10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entre</a:t>
            </a:r>
            <a:r>
              <a:rPr sz="1150" spc="10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a</a:t>
            </a:r>
            <a:r>
              <a:rPr sz="1150" spc="10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comunidade</a:t>
            </a:r>
            <a:r>
              <a:rPr sz="1150" spc="10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acadêmica.</a:t>
            </a:r>
            <a:r>
              <a:rPr sz="1150" spc="10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O</a:t>
            </a:r>
            <a:r>
              <a:rPr sz="1150" spc="10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foco</a:t>
            </a:r>
            <a:r>
              <a:rPr sz="1150" spc="10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-50" dirty="0">
                <a:solidFill>
                  <a:srgbClr val="DAD1E6"/>
                </a:solidFill>
                <a:latin typeface="Trebuchet MS"/>
                <a:cs typeface="Trebuchet MS"/>
              </a:rPr>
              <a:t>é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proporcionar</a:t>
            </a:r>
            <a:r>
              <a:rPr sz="1150" spc="50" dirty="0">
                <a:solidFill>
                  <a:srgbClr val="DAD1E6"/>
                </a:solidFill>
                <a:latin typeface="Trebuchet MS"/>
                <a:cs typeface="Trebuchet MS"/>
              </a:rPr>
              <a:t> uma</a:t>
            </a:r>
            <a:r>
              <a:rPr sz="1150" spc="5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experiência</a:t>
            </a:r>
            <a:r>
              <a:rPr sz="1150" spc="5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AD1E6"/>
                </a:solidFill>
                <a:latin typeface="Trebuchet MS"/>
                <a:cs typeface="Trebuchet MS"/>
              </a:rPr>
              <a:t>prática,</a:t>
            </a:r>
            <a:r>
              <a:rPr sz="1150" spc="5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segura</a:t>
            </a:r>
            <a:r>
              <a:rPr sz="1150" spc="5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e</a:t>
            </a:r>
            <a:r>
              <a:rPr sz="1150" spc="5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eficiente</a:t>
            </a:r>
            <a:r>
              <a:rPr sz="1150" spc="5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para</a:t>
            </a:r>
            <a:r>
              <a:rPr sz="1150" spc="50" dirty="0">
                <a:solidFill>
                  <a:srgbClr val="DAD1E6"/>
                </a:solidFill>
                <a:latin typeface="Trebuchet MS"/>
                <a:cs typeface="Trebuchet MS"/>
              </a:rPr>
              <a:t> todos</a:t>
            </a:r>
            <a:r>
              <a:rPr sz="1150" spc="5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80" dirty="0">
                <a:solidFill>
                  <a:srgbClr val="DAD1E6"/>
                </a:solidFill>
                <a:latin typeface="Trebuchet MS"/>
                <a:cs typeface="Trebuchet MS"/>
              </a:rPr>
              <a:t>os</a:t>
            </a:r>
            <a:r>
              <a:rPr sz="1150" spc="5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AD1E6"/>
                </a:solidFill>
                <a:latin typeface="Trebuchet MS"/>
                <a:cs typeface="Trebuchet MS"/>
              </a:rPr>
              <a:t>usuários.</a:t>
            </a:r>
            <a:endParaRPr sz="11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1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3472179" algn="l"/>
                <a:tab pos="6932295" algn="l"/>
              </a:tabLst>
            </a:pPr>
            <a:r>
              <a:rPr sz="1150" spc="-25" dirty="0">
                <a:solidFill>
                  <a:srgbClr val="DAD1E6"/>
                </a:solidFill>
                <a:latin typeface="Times New Roman"/>
                <a:cs typeface="Times New Roman"/>
              </a:rPr>
              <a:t>01</a:t>
            </a:r>
            <a:r>
              <a:rPr sz="1150" dirty="0">
                <a:solidFill>
                  <a:srgbClr val="DAD1E6"/>
                </a:solidFill>
                <a:latin typeface="Times New Roman"/>
                <a:cs typeface="Times New Roman"/>
              </a:rPr>
              <a:t>	</a:t>
            </a:r>
            <a:r>
              <a:rPr sz="1150" spc="-25" dirty="0">
                <a:solidFill>
                  <a:srgbClr val="DAD1E6"/>
                </a:solidFill>
                <a:latin typeface="Times New Roman"/>
                <a:cs typeface="Times New Roman"/>
              </a:rPr>
              <a:t>02</a:t>
            </a:r>
            <a:r>
              <a:rPr sz="1150" dirty="0">
                <a:solidFill>
                  <a:srgbClr val="DAD1E6"/>
                </a:solidFill>
                <a:latin typeface="Times New Roman"/>
                <a:cs typeface="Times New Roman"/>
              </a:rPr>
              <a:t>	</a:t>
            </a:r>
            <a:r>
              <a:rPr sz="1150" spc="-25" dirty="0">
                <a:solidFill>
                  <a:srgbClr val="DAD1E6"/>
                </a:solidFill>
                <a:latin typeface="Times New Roman"/>
                <a:cs typeface="Times New Roman"/>
              </a:rPr>
              <a:t>03</a:t>
            </a:r>
            <a:endParaRPr sz="115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24750" y="2819399"/>
            <a:ext cx="3305175" cy="1905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507287" y="2904998"/>
            <a:ext cx="3040380" cy="8147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dirty="0">
                <a:solidFill>
                  <a:srgbClr val="DAD1E6"/>
                </a:solidFill>
                <a:latin typeface="Trebuchet MS"/>
                <a:cs typeface="Trebuchet MS"/>
              </a:rPr>
              <a:t>Estrutura</a:t>
            </a:r>
            <a:r>
              <a:rPr sz="1450" b="1" spc="31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450" b="1" dirty="0">
                <a:solidFill>
                  <a:srgbClr val="DAD1E6"/>
                </a:solidFill>
                <a:latin typeface="Trebuchet MS"/>
                <a:cs typeface="Trebuchet MS"/>
              </a:rPr>
              <a:t>do</a:t>
            </a:r>
            <a:r>
              <a:rPr sz="1450" b="1" spc="31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450" b="1" spc="-10" dirty="0">
                <a:solidFill>
                  <a:srgbClr val="DAD1E6"/>
                </a:solidFill>
                <a:latin typeface="Trebuchet MS"/>
                <a:cs typeface="Trebuchet MS"/>
              </a:rPr>
              <a:t>Projeto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41300"/>
              </a:lnSpc>
              <a:spcBef>
                <a:spcPts val="540"/>
              </a:spcBef>
            </a:pP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Visão</a:t>
            </a:r>
            <a:r>
              <a:rPr sz="1150" spc="6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geral</a:t>
            </a:r>
            <a:r>
              <a:rPr sz="1150" spc="6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55" dirty="0">
                <a:solidFill>
                  <a:srgbClr val="DAD1E6"/>
                </a:solidFill>
                <a:latin typeface="Trebuchet MS"/>
                <a:cs typeface="Trebuchet MS"/>
              </a:rPr>
              <a:t>da</a:t>
            </a:r>
            <a:r>
              <a:rPr sz="1150" spc="6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arquitetura</a:t>
            </a:r>
            <a:r>
              <a:rPr sz="1150" spc="6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e</a:t>
            </a:r>
            <a:r>
              <a:rPr sz="1150" spc="6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organização</a:t>
            </a:r>
            <a:r>
              <a:rPr sz="1150" spc="6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45" dirty="0">
                <a:solidFill>
                  <a:srgbClr val="DAD1E6"/>
                </a:solidFill>
                <a:latin typeface="Trebuchet MS"/>
                <a:cs typeface="Trebuchet MS"/>
              </a:rPr>
              <a:t>dos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diretórios</a:t>
            </a:r>
            <a:r>
              <a:rPr sz="1150" spc="9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65" dirty="0">
                <a:solidFill>
                  <a:srgbClr val="DAD1E6"/>
                </a:solidFill>
                <a:latin typeface="Trebuchet MS"/>
                <a:cs typeface="Trebuchet MS"/>
              </a:rPr>
              <a:t>do</a:t>
            </a:r>
            <a:r>
              <a:rPr sz="1150" spc="9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AD1E6"/>
                </a:solidFill>
                <a:latin typeface="Trebuchet MS"/>
                <a:cs typeface="Trebuchet MS"/>
              </a:rPr>
              <a:t>aplicativo.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7375" y="4228306"/>
            <a:ext cx="175895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spc="-25" dirty="0">
                <a:solidFill>
                  <a:srgbClr val="DAD1E6"/>
                </a:solidFill>
                <a:latin typeface="Times New Roman"/>
                <a:cs typeface="Times New Roman"/>
              </a:rPr>
              <a:t>04</a:t>
            </a:r>
            <a:endParaRPr sz="1150">
              <a:latin typeface="Times New Roman"/>
              <a:cs typeface="Times New Roman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0075" y="4476750"/>
            <a:ext cx="5038725" cy="1905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87375" y="4562347"/>
            <a:ext cx="4594860" cy="8051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spc="50" dirty="0">
                <a:solidFill>
                  <a:srgbClr val="DAD1E6"/>
                </a:solidFill>
                <a:latin typeface="Trebuchet MS"/>
                <a:cs typeface="Trebuchet MS"/>
              </a:rPr>
              <a:t>Instalação</a:t>
            </a:r>
            <a:r>
              <a:rPr sz="1450" b="1" spc="26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450" b="1" dirty="0">
                <a:solidFill>
                  <a:srgbClr val="DAD1E6"/>
                </a:solidFill>
                <a:latin typeface="Trebuchet MS"/>
                <a:cs typeface="Trebuchet MS"/>
              </a:rPr>
              <a:t>e</a:t>
            </a:r>
            <a:r>
              <a:rPr sz="1450" b="1" spc="27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450" b="1" spc="-10" dirty="0">
                <a:solidFill>
                  <a:srgbClr val="DAD1E6"/>
                </a:solidFill>
                <a:latin typeface="Trebuchet MS"/>
                <a:cs typeface="Trebuchet MS"/>
              </a:rPr>
              <a:t>Execução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35900"/>
              </a:lnSpc>
              <a:spcBef>
                <a:spcPts val="615"/>
              </a:spcBef>
            </a:pPr>
            <a:r>
              <a:rPr sz="1150" spc="20" dirty="0">
                <a:solidFill>
                  <a:srgbClr val="DAD1E6"/>
                </a:solidFill>
                <a:latin typeface="Trebuchet MS"/>
                <a:cs typeface="Trebuchet MS"/>
              </a:rPr>
              <a:t>Guia</a:t>
            </a:r>
            <a:r>
              <a:rPr sz="1150" spc="-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60" dirty="0">
                <a:solidFill>
                  <a:srgbClr val="DAD1E6"/>
                </a:solidFill>
                <a:latin typeface="Trebuchet MS"/>
                <a:cs typeface="Trebuchet MS"/>
              </a:rPr>
              <a:t>passo</a:t>
            </a:r>
            <a:r>
              <a:rPr sz="1150" spc="-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20" dirty="0">
                <a:solidFill>
                  <a:srgbClr val="DAD1E6"/>
                </a:solidFill>
                <a:latin typeface="Trebuchet MS"/>
                <a:cs typeface="Trebuchet MS"/>
              </a:rPr>
              <a:t>a</a:t>
            </a:r>
            <a:r>
              <a:rPr sz="1150" spc="-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60" dirty="0">
                <a:solidFill>
                  <a:srgbClr val="DAD1E6"/>
                </a:solidFill>
                <a:latin typeface="Trebuchet MS"/>
                <a:cs typeface="Trebuchet MS"/>
              </a:rPr>
              <a:t>passo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20" dirty="0">
                <a:solidFill>
                  <a:srgbClr val="DAD1E6"/>
                </a:solidFill>
                <a:latin typeface="Trebuchet MS"/>
                <a:cs typeface="Trebuchet MS"/>
              </a:rPr>
              <a:t>para</a:t>
            </a:r>
            <a:r>
              <a:rPr sz="1150" spc="-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20" dirty="0">
                <a:solidFill>
                  <a:srgbClr val="DAD1E6"/>
                </a:solidFill>
                <a:latin typeface="Trebuchet MS"/>
                <a:cs typeface="Trebuchet MS"/>
              </a:rPr>
              <a:t>instalar</a:t>
            </a:r>
            <a:r>
              <a:rPr sz="1150" spc="-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55" dirty="0">
                <a:solidFill>
                  <a:srgbClr val="DAD1E6"/>
                </a:solidFill>
                <a:latin typeface="Trebuchet MS"/>
                <a:cs typeface="Trebuchet MS"/>
              </a:rPr>
              <a:t>as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20" dirty="0">
                <a:solidFill>
                  <a:srgbClr val="DAD1E6"/>
                </a:solidFill>
                <a:latin typeface="Trebuchet MS"/>
                <a:cs typeface="Trebuchet MS"/>
              </a:rPr>
              <a:t>dependências</a:t>
            </a:r>
            <a:r>
              <a:rPr sz="1150" spc="-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20" dirty="0">
                <a:solidFill>
                  <a:srgbClr val="DAD1E6"/>
                </a:solidFill>
                <a:latin typeface="Trebuchet MS"/>
                <a:cs typeface="Trebuchet MS"/>
              </a:rPr>
              <a:t>e</a:t>
            </a:r>
            <a:r>
              <a:rPr sz="1150" spc="-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20" dirty="0">
                <a:solidFill>
                  <a:srgbClr val="DAD1E6"/>
                </a:solidFill>
                <a:latin typeface="Trebuchet MS"/>
                <a:cs typeface="Trebuchet MS"/>
              </a:rPr>
              <a:t>rodar</a:t>
            </a:r>
            <a:r>
              <a:rPr sz="1150" spc="-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70" dirty="0">
                <a:solidFill>
                  <a:srgbClr val="DAD1E6"/>
                </a:solidFill>
                <a:latin typeface="Trebuchet MS"/>
                <a:cs typeface="Trebuchet MS"/>
              </a:rPr>
              <a:t>o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AD1E6"/>
                </a:solidFill>
                <a:latin typeface="Trebuchet MS"/>
                <a:cs typeface="Trebuchet MS"/>
              </a:rPr>
              <a:t>projeto localmente.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77306" y="4228306"/>
            <a:ext cx="175895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spc="-25" dirty="0">
                <a:solidFill>
                  <a:srgbClr val="DAD1E6"/>
                </a:solidFill>
                <a:latin typeface="Times New Roman"/>
                <a:cs typeface="Times New Roman"/>
              </a:rPr>
              <a:t>05</a:t>
            </a:r>
            <a:endParaRPr sz="1150">
              <a:latin typeface="Times New Roman"/>
              <a:cs typeface="Times New Roman"/>
            </a:endParaRPr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91200" y="4476750"/>
            <a:ext cx="5038725" cy="1905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5777306" y="4562347"/>
            <a:ext cx="4632325" cy="8051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b="1" dirty="0">
                <a:solidFill>
                  <a:srgbClr val="DAD1E6"/>
                </a:solidFill>
                <a:latin typeface="Trebuchet MS"/>
                <a:cs typeface="Trebuchet MS"/>
              </a:rPr>
              <a:t>Telas</a:t>
            </a:r>
            <a:r>
              <a:rPr sz="1450" b="1" spc="25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450" b="1" dirty="0">
                <a:solidFill>
                  <a:srgbClr val="DAD1E6"/>
                </a:solidFill>
                <a:latin typeface="Trebuchet MS"/>
                <a:cs typeface="Trebuchet MS"/>
              </a:rPr>
              <a:t>do</a:t>
            </a:r>
            <a:r>
              <a:rPr sz="1450" b="1" spc="254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450" b="1" spc="-10" dirty="0">
                <a:solidFill>
                  <a:srgbClr val="DAD1E6"/>
                </a:solidFill>
                <a:latin typeface="Trebuchet MS"/>
                <a:cs typeface="Trebuchet MS"/>
              </a:rPr>
              <a:t>Projeto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ct val="135900"/>
              </a:lnSpc>
              <a:spcBef>
                <a:spcPts val="615"/>
              </a:spcBef>
            </a:pPr>
            <a:r>
              <a:rPr sz="1150" spc="20" dirty="0">
                <a:solidFill>
                  <a:srgbClr val="DAD1E6"/>
                </a:solidFill>
                <a:latin typeface="Trebuchet MS"/>
                <a:cs typeface="Trebuchet MS"/>
              </a:rPr>
              <a:t>Apresentação</a:t>
            </a:r>
            <a:r>
              <a:rPr sz="1150" spc="4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60" dirty="0">
                <a:solidFill>
                  <a:srgbClr val="DAD1E6"/>
                </a:solidFill>
                <a:latin typeface="Trebuchet MS"/>
                <a:cs typeface="Trebuchet MS"/>
              </a:rPr>
              <a:t>das</a:t>
            </a:r>
            <a:r>
              <a:rPr sz="1150" spc="4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20" dirty="0">
                <a:solidFill>
                  <a:srgbClr val="DAD1E6"/>
                </a:solidFill>
                <a:latin typeface="Trebuchet MS"/>
                <a:cs typeface="Trebuchet MS"/>
              </a:rPr>
              <a:t>principais</a:t>
            </a:r>
            <a:r>
              <a:rPr sz="1150" spc="4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interfaces</a:t>
            </a:r>
            <a:r>
              <a:rPr sz="1150" spc="4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20" dirty="0">
                <a:solidFill>
                  <a:srgbClr val="DAD1E6"/>
                </a:solidFill>
                <a:latin typeface="Trebuchet MS"/>
                <a:cs typeface="Trebuchet MS"/>
              </a:rPr>
              <a:t>e</a:t>
            </a:r>
            <a:r>
              <a:rPr sz="1150" spc="4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20" dirty="0">
                <a:solidFill>
                  <a:srgbClr val="DAD1E6"/>
                </a:solidFill>
                <a:latin typeface="Trebuchet MS"/>
                <a:cs typeface="Trebuchet MS"/>
              </a:rPr>
              <a:t>funcionalidades</a:t>
            </a:r>
            <a:r>
              <a:rPr sz="1150" spc="4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20" dirty="0">
                <a:solidFill>
                  <a:srgbClr val="DAD1E6"/>
                </a:solidFill>
                <a:latin typeface="Trebuchet MS"/>
                <a:cs typeface="Trebuchet MS"/>
              </a:rPr>
              <a:t>visuais</a:t>
            </a:r>
            <a:r>
              <a:rPr sz="1150" spc="4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40" dirty="0">
                <a:solidFill>
                  <a:srgbClr val="DAD1E6"/>
                </a:solidFill>
                <a:latin typeface="Trebuchet MS"/>
                <a:cs typeface="Trebuchet MS"/>
              </a:rPr>
              <a:t>do </a:t>
            </a:r>
            <a:r>
              <a:rPr sz="1150" spc="-10" dirty="0">
                <a:solidFill>
                  <a:srgbClr val="DAD1E6"/>
                </a:solidFill>
                <a:latin typeface="Trebuchet MS"/>
                <a:cs typeface="Trebuchet MS"/>
              </a:rPr>
              <a:t>aplicativo.</a:t>
            </a:r>
            <a:endParaRPr sz="1150">
              <a:latin typeface="Trebuchet MS"/>
              <a:cs typeface="Trebuchet MS"/>
            </a:endParaRPr>
          </a:p>
        </p:txBody>
      </p:sp>
      <p:pic>
        <p:nvPicPr>
          <p:cNvPr id="16" name="object 16">
            <a:hlinkClick r:id="rId5"/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11430000" cy="10877550"/>
          </a:xfrm>
          <a:custGeom>
            <a:avLst/>
            <a:gdLst/>
            <a:ahLst/>
            <a:cxnLst/>
            <a:rect l="l" t="t" r="r" b="b"/>
            <a:pathLst>
              <a:path w="11430000" h="10877550">
                <a:moveTo>
                  <a:pt x="11430000" y="0"/>
                </a:moveTo>
                <a:lnTo>
                  <a:pt x="0" y="0"/>
                </a:lnTo>
                <a:lnTo>
                  <a:pt x="0" y="10877550"/>
                </a:lnTo>
                <a:lnTo>
                  <a:pt x="11430000" y="1087755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315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7375" y="357574"/>
            <a:ext cx="7523480" cy="977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5900"/>
              </a:lnSpc>
              <a:spcBef>
                <a:spcPts val="100"/>
              </a:spcBef>
              <a:tabLst>
                <a:tab pos="2074545" algn="l"/>
                <a:tab pos="2449195" algn="l"/>
                <a:tab pos="4885690" algn="l"/>
                <a:tab pos="5448300" algn="l"/>
                <a:tab pos="7135495" algn="l"/>
              </a:tabLst>
            </a:pPr>
            <a:r>
              <a:rPr spc="40" dirty="0"/>
              <a:t>Requisitos</a:t>
            </a:r>
            <a:r>
              <a:rPr dirty="0"/>
              <a:t>	</a:t>
            </a:r>
            <a:r>
              <a:rPr spc="-50" dirty="0"/>
              <a:t>e</a:t>
            </a:r>
            <a:r>
              <a:rPr dirty="0"/>
              <a:t>	</a:t>
            </a:r>
            <a:r>
              <a:rPr spc="-10" dirty="0"/>
              <a:t>Configuração</a:t>
            </a:r>
            <a:r>
              <a:rPr dirty="0"/>
              <a:t>	</a:t>
            </a:r>
            <a:r>
              <a:rPr spc="-25" dirty="0"/>
              <a:t>do</a:t>
            </a:r>
            <a:r>
              <a:rPr dirty="0"/>
              <a:t>	</a:t>
            </a:r>
            <a:r>
              <a:rPr spc="-10" dirty="0"/>
              <a:t>Ambiente</a:t>
            </a:r>
            <a:r>
              <a:rPr dirty="0"/>
              <a:t>	</a:t>
            </a:r>
            <a:r>
              <a:rPr spc="-254" dirty="0"/>
              <a:t>de </a:t>
            </a:r>
            <a:r>
              <a:rPr spc="-50" dirty="0"/>
              <a:t>Desenvolvimento</a:t>
            </a:r>
          </a:p>
        </p:txBody>
      </p:sp>
      <p:sp>
        <p:nvSpPr>
          <p:cNvPr id="4" name="object 4"/>
          <p:cNvSpPr/>
          <p:nvPr/>
        </p:nvSpPr>
        <p:spPr>
          <a:xfrm>
            <a:off x="619125" y="22478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2" y="0"/>
                </a:moveTo>
                <a:lnTo>
                  <a:pt x="20652" y="0"/>
                </a:lnTo>
                <a:lnTo>
                  <a:pt x="17616" y="596"/>
                </a:lnTo>
                <a:lnTo>
                  <a:pt x="0" y="20650"/>
                </a:lnTo>
                <a:lnTo>
                  <a:pt x="0" y="26974"/>
                </a:lnTo>
                <a:lnTo>
                  <a:pt x="20652" y="47625"/>
                </a:lnTo>
                <a:lnTo>
                  <a:pt x="26972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08" y="596"/>
                </a:lnTo>
                <a:lnTo>
                  <a:pt x="26972" y="0"/>
                </a:lnTo>
                <a:close/>
              </a:path>
            </a:pathLst>
          </a:custGeom>
          <a:solidFill>
            <a:srgbClr val="DAD1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19125" y="25431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2" y="0"/>
                </a:moveTo>
                <a:lnTo>
                  <a:pt x="20652" y="0"/>
                </a:lnTo>
                <a:lnTo>
                  <a:pt x="17616" y="596"/>
                </a:lnTo>
                <a:lnTo>
                  <a:pt x="0" y="20650"/>
                </a:lnTo>
                <a:lnTo>
                  <a:pt x="0" y="26974"/>
                </a:lnTo>
                <a:lnTo>
                  <a:pt x="20652" y="47625"/>
                </a:lnTo>
                <a:lnTo>
                  <a:pt x="26972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08" y="596"/>
                </a:lnTo>
                <a:lnTo>
                  <a:pt x="26972" y="0"/>
                </a:lnTo>
                <a:close/>
              </a:path>
            </a:pathLst>
          </a:custGeom>
          <a:solidFill>
            <a:srgbClr val="DAD1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19125" y="28384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2" y="0"/>
                </a:moveTo>
                <a:lnTo>
                  <a:pt x="20652" y="0"/>
                </a:lnTo>
                <a:lnTo>
                  <a:pt x="17616" y="596"/>
                </a:lnTo>
                <a:lnTo>
                  <a:pt x="0" y="20650"/>
                </a:lnTo>
                <a:lnTo>
                  <a:pt x="0" y="26974"/>
                </a:lnTo>
                <a:lnTo>
                  <a:pt x="20652" y="47625"/>
                </a:lnTo>
                <a:lnTo>
                  <a:pt x="26972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08" y="596"/>
                </a:lnTo>
                <a:lnTo>
                  <a:pt x="26972" y="0"/>
                </a:lnTo>
                <a:close/>
              </a:path>
            </a:pathLst>
          </a:custGeom>
          <a:solidFill>
            <a:srgbClr val="DAD1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347353" y="3162300"/>
            <a:ext cx="36195" cy="9525"/>
          </a:xfrm>
          <a:custGeom>
            <a:avLst/>
            <a:gdLst/>
            <a:ahLst/>
            <a:cxnLst/>
            <a:rect l="l" t="t" r="r" b="b"/>
            <a:pathLst>
              <a:path w="36194" h="9525">
                <a:moveTo>
                  <a:pt x="35864" y="0"/>
                </a:moveTo>
                <a:lnTo>
                  <a:pt x="0" y="0"/>
                </a:lnTo>
                <a:lnTo>
                  <a:pt x="0" y="9524"/>
                </a:lnTo>
                <a:lnTo>
                  <a:pt x="35864" y="9524"/>
                </a:lnTo>
                <a:lnTo>
                  <a:pt x="35864" y="0"/>
                </a:lnTo>
                <a:close/>
              </a:path>
            </a:pathLst>
          </a:custGeom>
          <a:solidFill>
            <a:srgbClr val="F94CA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777159" y="3162300"/>
            <a:ext cx="36195" cy="9525"/>
          </a:xfrm>
          <a:custGeom>
            <a:avLst/>
            <a:gdLst/>
            <a:ahLst/>
            <a:cxnLst/>
            <a:rect l="l" t="t" r="r" b="b"/>
            <a:pathLst>
              <a:path w="36194" h="9525">
                <a:moveTo>
                  <a:pt x="35852" y="0"/>
                </a:moveTo>
                <a:lnTo>
                  <a:pt x="0" y="0"/>
                </a:lnTo>
                <a:lnTo>
                  <a:pt x="0" y="9524"/>
                </a:lnTo>
                <a:lnTo>
                  <a:pt x="35852" y="9524"/>
                </a:lnTo>
                <a:lnTo>
                  <a:pt x="35852" y="0"/>
                </a:lnTo>
                <a:close/>
              </a:path>
            </a:pathLst>
          </a:custGeom>
          <a:solidFill>
            <a:srgbClr val="F94CA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19125" y="33718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2" y="0"/>
                </a:moveTo>
                <a:lnTo>
                  <a:pt x="20652" y="0"/>
                </a:lnTo>
                <a:lnTo>
                  <a:pt x="17616" y="596"/>
                </a:lnTo>
                <a:lnTo>
                  <a:pt x="0" y="20650"/>
                </a:lnTo>
                <a:lnTo>
                  <a:pt x="0" y="26974"/>
                </a:lnTo>
                <a:lnTo>
                  <a:pt x="20652" y="47625"/>
                </a:lnTo>
                <a:lnTo>
                  <a:pt x="26972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08" y="596"/>
                </a:lnTo>
                <a:lnTo>
                  <a:pt x="26972" y="0"/>
                </a:lnTo>
                <a:close/>
              </a:path>
            </a:pathLst>
          </a:custGeom>
          <a:solidFill>
            <a:srgbClr val="DAD1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19125" y="52863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2" y="0"/>
                </a:moveTo>
                <a:lnTo>
                  <a:pt x="20652" y="0"/>
                </a:lnTo>
                <a:lnTo>
                  <a:pt x="17616" y="596"/>
                </a:lnTo>
                <a:lnTo>
                  <a:pt x="0" y="20650"/>
                </a:lnTo>
                <a:lnTo>
                  <a:pt x="0" y="26974"/>
                </a:lnTo>
                <a:lnTo>
                  <a:pt x="20652" y="47625"/>
                </a:lnTo>
                <a:lnTo>
                  <a:pt x="26972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08" y="596"/>
                </a:lnTo>
                <a:lnTo>
                  <a:pt x="26972" y="0"/>
                </a:lnTo>
                <a:close/>
              </a:path>
            </a:pathLst>
          </a:custGeom>
          <a:solidFill>
            <a:srgbClr val="DAD1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19125" y="55816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2" y="0"/>
                </a:moveTo>
                <a:lnTo>
                  <a:pt x="20652" y="0"/>
                </a:lnTo>
                <a:lnTo>
                  <a:pt x="17616" y="596"/>
                </a:lnTo>
                <a:lnTo>
                  <a:pt x="0" y="20650"/>
                </a:lnTo>
                <a:lnTo>
                  <a:pt x="0" y="26974"/>
                </a:lnTo>
                <a:lnTo>
                  <a:pt x="20652" y="47625"/>
                </a:lnTo>
                <a:lnTo>
                  <a:pt x="26972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08" y="596"/>
                </a:lnTo>
                <a:lnTo>
                  <a:pt x="26972" y="0"/>
                </a:lnTo>
                <a:close/>
              </a:path>
            </a:pathLst>
          </a:custGeom>
          <a:solidFill>
            <a:srgbClr val="DAD1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28675" y="5734049"/>
            <a:ext cx="4686300" cy="923925"/>
          </a:xfrm>
          <a:custGeom>
            <a:avLst/>
            <a:gdLst/>
            <a:ahLst/>
            <a:cxnLst/>
            <a:rect l="l" t="t" r="r" b="b"/>
            <a:pathLst>
              <a:path w="4686300" h="923925">
                <a:moveTo>
                  <a:pt x="2943225" y="730643"/>
                </a:moveTo>
                <a:lnTo>
                  <a:pt x="2926956" y="714375"/>
                </a:lnTo>
                <a:lnTo>
                  <a:pt x="16256" y="714375"/>
                </a:lnTo>
                <a:lnTo>
                  <a:pt x="0" y="730643"/>
                </a:lnTo>
                <a:lnTo>
                  <a:pt x="0" y="905179"/>
                </a:lnTo>
                <a:lnTo>
                  <a:pt x="0" y="907656"/>
                </a:lnTo>
                <a:lnTo>
                  <a:pt x="16256" y="923925"/>
                </a:lnTo>
                <a:lnTo>
                  <a:pt x="2926956" y="923925"/>
                </a:lnTo>
                <a:lnTo>
                  <a:pt x="2943225" y="907656"/>
                </a:lnTo>
                <a:lnTo>
                  <a:pt x="2943225" y="730643"/>
                </a:lnTo>
                <a:close/>
              </a:path>
              <a:path w="4686300" h="923925">
                <a:moveTo>
                  <a:pt x="4629150" y="16268"/>
                </a:moveTo>
                <a:lnTo>
                  <a:pt x="4612868" y="0"/>
                </a:lnTo>
                <a:lnTo>
                  <a:pt x="16256" y="0"/>
                </a:lnTo>
                <a:lnTo>
                  <a:pt x="0" y="16268"/>
                </a:lnTo>
                <a:lnTo>
                  <a:pt x="0" y="190804"/>
                </a:lnTo>
                <a:lnTo>
                  <a:pt x="0" y="193281"/>
                </a:lnTo>
                <a:lnTo>
                  <a:pt x="16256" y="209550"/>
                </a:lnTo>
                <a:lnTo>
                  <a:pt x="4612868" y="209550"/>
                </a:lnTo>
                <a:lnTo>
                  <a:pt x="4629150" y="193281"/>
                </a:lnTo>
                <a:lnTo>
                  <a:pt x="4629150" y="16268"/>
                </a:lnTo>
                <a:close/>
              </a:path>
              <a:path w="4686300" h="923925">
                <a:moveTo>
                  <a:pt x="4648200" y="492518"/>
                </a:moveTo>
                <a:lnTo>
                  <a:pt x="4631918" y="476250"/>
                </a:lnTo>
                <a:lnTo>
                  <a:pt x="16256" y="476250"/>
                </a:lnTo>
                <a:lnTo>
                  <a:pt x="0" y="492518"/>
                </a:lnTo>
                <a:lnTo>
                  <a:pt x="0" y="667054"/>
                </a:lnTo>
                <a:lnTo>
                  <a:pt x="0" y="669531"/>
                </a:lnTo>
                <a:lnTo>
                  <a:pt x="16256" y="685800"/>
                </a:lnTo>
                <a:lnTo>
                  <a:pt x="4631918" y="685800"/>
                </a:lnTo>
                <a:lnTo>
                  <a:pt x="4648200" y="669531"/>
                </a:lnTo>
                <a:lnTo>
                  <a:pt x="4648200" y="492518"/>
                </a:lnTo>
                <a:close/>
              </a:path>
              <a:path w="4686300" h="923925">
                <a:moveTo>
                  <a:pt x="4686300" y="254393"/>
                </a:moveTo>
                <a:lnTo>
                  <a:pt x="4670018" y="238125"/>
                </a:lnTo>
                <a:lnTo>
                  <a:pt x="16256" y="238125"/>
                </a:lnTo>
                <a:lnTo>
                  <a:pt x="0" y="254393"/>
                </a:lnTo>
                <a:lnTo>
                  <a:pt x="0" y="428929"/>
                </a:lnTo>
                <a:lnTo>
                  <a:pt x="0" y="431406"/>
                </a:lnTo>
                <a:lnTo>
                  <a:pt x="16256" y="447675"/>
                </a:lnTo>
                <a:lnTo>
                  <a:pt x="4670018" y="447675"/>
                </a:lnTo>
                <a:lnTo>
                  <a:pt x="4686300" y="431406"/>
                </a:lnTo>
                <a:lnTo>
                  <a:pt x="4686300" y="254393"/>
                </a:lnTo>
                <a:close/>
              </a:path>
            </a:pathLst>
          </a:custGeom>
          <a:solidFill>
            <a:srgbClr val="3022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87375" y="1672934"/>
            <a:ext cx="4936490" cy="498030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  <a:tabLst>
                <a:tab pos="405130" algn="l"/>
              </a:tabLst>
            </a:pPr>
            <a:r>
              <a:rPr sz="1950" dirty="0">
                <a:latin typeface="Times New Roman"/>
                <a:cs typeface="Times New Roman"/>
              </a:rPr>
              <a:t>	</a:t>
            </a:r>
            <a:r>
              <a:rPr sz="1750" b="1" dirty="0">
                <a:solidFill>
                  <a:srgbClr val="F94CAE"/>
                </a:solidFill>
                <a:latin typeface="Trebuchet MS"/>
                <a:cs typeface="Trebuchet MS"/>
              </a:rPr>
              <a:t>Requisitos</a:t>
            </a:r>
            <a:r>
              <a:rPr sz="1750" b="1" spc="110" dirty="0">
                <a:solidFill>
                  <a:srgbClr val="F94CAE"/>
                </a:solidFill>
                <a:latin typeface="Trebuchet MS"/>
                <a:cs typeface="Trebuchet MS"/>
              </a:rPr>
              <a:t>  </a:t>
            </a:r>
            <a:r>
              <a:rPr sz="1750" b="1" spc="50" dirty="0">
                <a:solidFill>
                  <a:srgbClr val="F94CAE"/>
                </a:solidFill>
                <a:latin typeface="Trebuchet MS"/>
                <a:cs typeface="Trebuchet MS"/>
              </a:rPr>
              <a:t>Essenciais</a:t>
            </a:r>
            <a:endParaRPr sz="1750">
              <a:latin typeface="Trebuchet MS"/>
              <a:cs typeface="Trebuchet MS"/>
            </a:endParaRPr>
          </a:p>
          <a:p>
            <a:pPr marL="252095">
              <a:lnSpc>
                <a:spcPct val="100000"/>
              </a:lnSpc>
              <a:spcBef>
                <a:spcPts val="1575"/>
              </a:spcBef>
            </a:pPr>
            <a:r>
              <a:rPr sz="1150" b="1" spc="-30" dirty="0">
                <a:solidFill>
                  <a:srgbClr val="DAD1E6"/>
                </a:solidFill>
                <a:latin typeface="Trebuchet MS"/>
                <a:cs typeface="Trebuchet MS"/>
              </a:rPr>
              <a:t>Node.js:</a:t>
            </a:r>
            <a:r>
              <a:rPr sz="1150" b="1" spc="4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Versão</a:t>
            </a:r>
            <a:r>
              <a:rPr sz="1150" spc="5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mais</a:t>
            </a:r>
            <a:r>
              <a:rPr sz="1150" spc="5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recente</a:t>
            </a:r>
            <a:r>
              <a:rPr sz="1150" spc="5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para</a:t>
            </a:r>
            <a:r>
              <a:rPr sz="1150" spc="5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70" dirty="0">
                <a:solidFill>
                  <a:srgbClr val="DAD1E6"/>
                </a:solidFill>
                <a:latin typeface="Trebuchet MS"/>
                <a:cs typeface="Trebuchet MS"/>
              </a:rPr>
              <a:t>o</a:t>
            </a:r>
            <a:r>
              <a:rPr sz="1150" spc="5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ambiente</a:t>
            </a:r>
            <a:r>
              <a:rPr sz="1150" spc="5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de</a:t>
            </a:r>
            <a:r>
              <a:rPr sz="1150" spc="5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AD1E6"/>
                </a:solidFill>
                <a:latin typeface="Trebuchet MS"/>
                <a:cs typeface="Trebuchet MS"/>
              </a:rPr>
              <a:t>execução.</a:t>
            </a:r>
            <a:endParaRPr sz="1150">
              <a:latin typeface="Trebuchet MS"/>
              <a:cs typeface="Trebuchet MS"/>
            </a:endParaRPr>
          </a:p>
          <a:p>
            <a:pPr marL="252095">
              <a:lnSpc>
                <a:spcPct val="100000"/>
              </a:lnSpc>
              <a:spcBef>
                <a:spcPts val="944"/>
              </a:spcBef>
            </a:pPr>
            <a:r>
              <a:rPr sz="1150" b="1" dirty="0">
                <a:solidFill>
                  <a:srgbClr val="DAD1E6"/>
                </a:solidFill>
                <a:latin typeface="Trebuchet MS"/>
                <a:cs typeface="Trebuchet MS"/>
              </a:rPr>
              <a:t>React</a:t>
            </a:r>
            <a:r>
              <a:rPr sz="1150" b="1" spc="3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b="1" spc="-20" dirty="0">
                <a:solidFill>
                  <a:srgbClr val="DAD1E6"/>
                </a:solidFill>
                <a:latin typeface="Trebuchet MS"/>
                <a:cs typeface="Trebuchet MS"/>
              </a:rPr>
              <a:t>Native:</a:t>
            </a:r>
            <a:r>
              <a:rPr sz="1150" b="1" spc="8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Versão</a:t>
            </a:r>
            <a:r>
              <a:rPr sz="1150" spc="8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mais</a:t>
            </a:r>
            <a:r>
              <a:rPr sz="1150" spc="8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recente</a:t>
            </a:r>
            <a:r>
              <a:rPr sz="1150" spc="8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para</a:t>
            </a:r>
            <a:r>
              <a:rPr sz="1150" spc="8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70" dirty="0">
                <a:solidFill>
                  <a:srgbClr val="DAD1E6"/>
                </a:solidFill>
                <a:latin typeface="Trebuchet MS"/>
                <a:cs typeface="Trebuchet MS"/>
              </a:rPr>
              <a:t>o</a:t>
            </a:r>
            <a:r>
              <a:rPr sz="1150" spc="8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desenvolvimento</a:t>
            </a:r>
            <a:r>
              <a:rPr sz="1150" spc="8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AD1E6"/>
                </a:solidFill>
                <a:latin typeface="Trebuchet MS"/>
                <a:cs typeface="Trebuchet MS"/>
              </a:rPr>
              <a:t>mobile.</a:t>
            </a:r>
            <a:endParaRPr sz="1150">
              <a:latin typeface="Trebuchet MS"/>
              <a:cs typeface="Trebuchet MS"/>
            </a:endParaRPr>
          </a:p>
          <a:p>
            <a:pPr marL="252095">
              <a:lnSpc>
                <a:spcPct val="100000"/>
              </a:lnSpc>
              <a:spcBef>
                <a:spcPts val="944"/>
              </a:spcBef>
            </a:pPr>
            <a:r>
              <a:rPr sz="1150" b="1" dirty="0">
                <a:solidFill>
                  <a:srgbClr val="DAD1E6"/>
                </a:solidFill>
                <a:latin typeface="Trebuchet MS"/>
                <a:cs typeface="Trebuchet MS"/>
              </a:rPr>
              <a:t>Expo</a:t>
            </a:r>
            <a:r>
              <a:rPr sz="1150" b="1" spc="3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b="1" spc="-45" dirty="0">
                <a:solidFill>
                  <a:srgbClr val="DAD1E6"/>
                </a:solidFill>
                <a:latin typeface="Trebuchet MS"/>
                <a:cs typeface="Trebuchet MS"/>
              </a:rPr>
              <a:t>Go:</a:t>
            </a:r>
            <a:r>
              <a:rPr sz="1150" b="1" spc="7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Aplicativo</a:t>
            </a:r>
            <a:r>
              <a:rPr sz="1150" spc="8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mobile</a:t>
            </a:r>
            <a:r>
              <a:rPr sz="1150" spc="7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para</a:t>
            </a:r>
            <a:r>
              <a:rPr sz="1150" spc="8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testes</a:t>
            </a:r>
            <a:r>
              <a:rPr sz="1150" spc="7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em</a:t>
            </a:r>
            <a:r>
              <a:rPr sz="1150" spc="8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tempo</a:t>
            </a:r>
            <a:r>
              <a:rPr sz="1150" spc="7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real</a:t>
            </a:r>
            <a:r>
              <a:rPr sz="1150" spc="8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(disponível</a:t>
            </a:r>
            <a:r>
              <a:rPr sz="1150" spc="7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-25" dirty="0">
                <a:solidFill>
                  <a:srgbClr val="DAD1E6"/>
                </a:solidFill>
                <a:latin typeface="Trebuchet MS"/>
                <a:cs typeface="Trebuchet MS"/>
              </a:rPr>
              <a:t>na</a:t>
            </a:r>
            <a:endParaRPr sz="1150">
              <a:latin typeface="Trebuchet MS"/>
              <a:cs typeface="Trebuchet MS"/>
            </a:endParaRPr>
          </a:p>
          <a:p>
            <a:pPr marL="252095">
              <a:lnSpc>
                <a:spcPct val="100000"/>
              </a:lnSpc>
              <a:spcBef>
                <a:spcPts val="495"/>
              </a:spcBef>
            </a:pPr>
            <a:r>
              <a:rPr sz="1150" b="1" u="sng" dirty="0">
                <a:solidFill>
                  <a:srgbClr val="F94CAE"/>
                </a:solidFill>
                <a:uFill>
                  <a:solidFill>
                    <a:srgbClr val="F94CAE"/>
                  </a:solidFill>
                </a:uFill>
                <a:latin typeface="Trebuchet MS"/>
                <a:cs typeface="Trebuchet MS"/>
                <a:hlinkClick r:id="rId2"/>
              </a:rPr>
              <a:t>Google</a:t>
            </a:r>
            <a:r>
              <a:rPr sz="1150" b="1" u="sng" spc="-90" dirty="0">
                <a:solidFill>
                  <a:srgbClr val="F94CAE"/>
                </a:solidFill>
                <a:uFill>
                  <a:solidFill>
                    <a:srgbClr val="F94CAE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150" b="1" u="sng" dirty="0">
                <a:solidFill>
                  <a:srgbClr val="F94CAE"/>
                </a:solidFill>
                <a:uFill>
                  <a:solidFill>
                    <a:srgbClr val="F94CAE"/>
                  </a:solidFill>
                </a:uFill>
                <a:latin typeface="Trebuchet MS"/>
                <a:cs typeface="Trebuchet MS"/>
                <a:hlinkClick r:id="rId2"/>
              </a:rPr>
              <a:t>Play</a:t>
            </a:r>
            <a:r>
              <a:rPr sz="1150" b="1" u="sng" spc="70" dirty="0">
                <a:solidFill>
                  <a:srgbClr val="F94CAE"/>
                </a:solidFill>
                <a:uFill>
                  <a:solidFill>
                    <a:srgbClr val="F94CAE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150" b="1" u="sng" dirty="0">
                <a:solidFill>
                  <a:srgbClr val="F94CAE"/>
                </a:solidFill>
                <a:uFill>
                  <a:solidFill>
                    <a:srgbClr val="F94CAE"/>
                  </a:solidFill>
                </a:uFill>
                <a:latin typeface="Trebuchet MS"/>
                <a:cs typeface="Trebuchet MS"/>
                <a:hlinkClick r:id="rId2"/>
              </a:rPr>
              <a:t>Store</a:t>
            </a:r>
            <a:r>
              <a:rPr sz="1150" b="1" spc="-55" dirty="0">
                <a:solidFill>
                  <a:srgbClr val="F94CAE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e</a:t>
            </a:r>
            <a:r>
              <a:rPr sz="1150" spc="-5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b="1" u="sng" dirty="0">
                <a:solidFill>
                  <a:srgbClr val="F94CAE"/>
                </a:solidFill>
                <a:uFill>
                  <a:solidFill>
                    <a:srgbClr val="F94CAE"/>
                  </a:solidFill>
                </a:uFill>
                <a:latin typeface="Trebuchet MS"/>
                <a:cs typeface="Trebuchet MS"/>
                <a:hlinkClick r:id="rId3"/>
              </a:rPr>
              <a:t>A</a:t>
            </a:r>
            <a:r>
              <a:rPr sz="1150" b="1" dirty="0">
                <a:solidFill>
                  <a:srgbClr val="F94CAE"/>
                </a:solidFill>
                <a:latin typeface="Trebuchet MS"/>
                <a:cs typeface="Trebuchet MS"/>
                <a:hlinkClick r:id="rId3"/>
              </a:rPr>
              <a:t>pp</a:t>
            </a:r>
            <a:r>
              <a:rPr sz="1150" b="1" u="sng" dirty="0">
                <a:solidFill>
                  <a:srgbClr val="F94CAE"/>
                </a:solidFill>
                <a:uFill>
                  <a:solidFill>
                    <a:srgbClr val="F94CAE"/>
                  </a:solidFill>
                </a:uFill>
                <a:latin typeface="Trebuchet MS"/>
                <a:cs typeface="Trebuchet MS"/>
                <a:hlinkClick r:id="rId3"/>
              </a:rPr>
              <a:t>le</a:t>
            </a:r>
            <a:r>
              <a:rPr sz="1150" b="1" u="sng" spc="-85" dirty="0">
                <a:solidFill>
                  <a:srgbClr val="F94CAE"/>
                </a:solidFill>
                <a:uFill>
                  <a:solidFill>
                    <a:srgbClr val="F94CAE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150" b="1" u="sng" spc="-25" dirty="0">
                <a:solidFill>
                  <a:srgbClr val="F94CAE"/>
                </a:solidFill>
                <a:uFill>
                  <a:solidFill>
                    <a:srgbClr val="F94CAE"/>
                  </a:solidFill>
                </a:uFill>
                <a:latin typeface="Trebuchet MS"/>
                <a:cs typeface="Trebuchet MS"/>
                <a:hlinkClick r:id="rId3"/>
              </a:rPr>
              <a:t>A</a:t>
            </a:r>
            <a:r>
              <a:rPr sz="1150" b="1" spc="-25" dirty="0">
                <a:solidFill>
                  <a:srgbClr val="F94CAE"/>
                </a:solidFill>
                <a:latin typeface="Trebuchet MS"/>
                <a:cs typeface="Trebuchet MS"/>
                <a:hlinkClick r:id="rId3"/>
              </a:rPr>
              <a:t>pp</a:t>
            </a:r>
            <a:r>
              <a:rPr sz="1150" b="1" u="sng" spc="325" dirty="0">
                <a:solidFill>
                  <a:srgbClr val="F94CAE"/>
                </a:solidFill>
                <a:uFill>
                  <a:solidFill>
                    <a:srgbClr val="F94CAE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150" b="1" u="sng" spc="-10" dirty="0">
                <a:solidFill>
                  <a:srgbClr val="F94CAE"/>
                </a:solidFill>
                <a:uFill>
                  <a:solidFill>
                    <a:srgbClr val="F94CAE"/>
                  </a:solidFill>
                </a:uFill>
                <a:latin typeface="Trebuchet MS"/>
                <a:cs typeface="Trebuchet MS"/>
                <a:hlinkClick r:id="rId3"/>
              </a:rPr>
              <a:t>Store</a:t>
            </a:r>
            <a:r>
              <a:rPr sz="1150" spc="-10" dirty="0">
                <a:solidFill>
                  <a:srgbClr val="DAD1E6"/>
                </a:solidFill>
                <a:latin typeface="Trebuchet MS"/>
                <a:cs typeface="Trebuchet MS"/>
              </a:rPr>
              <a:t>).</a:t>
            </a:r>
            <a:endParaRPr sz="1150">
              <a:latin typeface="Trebuchet MS"/>
              <a:cs typeface="Trebuchet MS"/>
            </a:endParaRPr>
          </a:p>
          <a:p>
            <a:pPr marL="252095" marR="145415">
              <a:lnSpc>
                <a:spcPct val="135900"/>
              </a:lnSpc>
              <a:spcBef>
                <a:spcPts val="450"/>
              </a:spcBef>
            </a:pPr>
            <a:r>
              <a:rPr sz="1150" b="1" dirty="0">
                <a:solidFill>
                  <a:srgbClr val="DAD1E6"/>
                </a:solidFill>
                <a:latin typeface="Trebuchet MS"/>
                <a:cs typeface="Trebuchet MS"/>
              </a:rPr>
              <a:t>Banco</a:t>
            </a:r>
            <a:r>
              <a:rPr sz="1150" b="1" spc="5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b="1" dirty="0">
                <a:solidFill>
                  <a:srgbClr val="DAD1E6"/>
                </a:solidFill>
                <a:latin typeface="Trebuchet MS"/>
                <a:cs typeface="Trebuchet MS"/>
              </a:rPr>
              <a:t>de</a:t>
            </a:r>
            <a:r>
              <a:rPr sz="1150" b="1" spc="5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b="1" dirty="0">
                <a:solidFill>
                  <a:srgbClr val="DAD1E6"/>
                </a:solidFill>
                <a:latin typeface="Trebuchet MS"/>
                <a:cs typeface="Trebuchet MS"/>
              </a:rPr>
              <a:t>Dados:</a:t>
            </a:r>
            <a:r>
              <a:rPr sz="1150" b="1" spc="10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Supabase,</a:t>
            </a:r>
            <a:r>
              <a:rPr sz="1150" spc="10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para</a:t>
            </a:r>
            <a:r>
              <a:rPr sz="1150" spc="10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gerenciamento</a:t>
            </a:r>
            <a:r>
              <a:rPr sz="1150" spc="10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e</a:t>
            </a:r>
            <a:r>
              <a:rPr sz="1150" spc="10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persistência</a:t>
            </a:r>
            <a:r>
              <a:rPr sz="1150" spc="10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45" dirty="0">
                <a:solidFill>
                  <a:srgbClr val="DAD1E6"/>
                </a:solidFill>
                <a:latin typeface="Trebuchet MS"/>
                <a:cs typeface="Trebuchet MS"/>
              </a:rPr>
              <a:t>dos </a:t>
            </a:r>
            <a:r>
              <a:rPr sz="1150" spc="-10" dirty="0">
                <a:solidFill>
                  <a:srgbClr val="DAD1E6"/>
                </a:solidFill>
                <a:latin typeface="Trebuchet MS"/>
                <a:cs typeface="Trebuchet MS"/>
              </a:rPr>
              <a:t>dados.</a:t>
            </a:r>
            <a:endParaRPr sz="11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405130" algn="l"/>
              </a:tabLst>
            </a:pPr>
            <a:r>
              <a:rPr sz="1950" dirty="0">
                <a:latin typeface="Times New Roman"/>
                <a:cs typeface="Times New Roman"/>
              </a:rPr>
              <a:t>	</a:t>
            </a:r>
            <a:r>
              <a:rPr sz="1750" b="1" dirty="0">
                <a:solidFill>
                  <a:srgbClr val="F94CAE"/>
                </a:solidFill>
                <a:latin typeface="Trebuchet MS"/>
                <a:cs typeface="Trebuchet MS"/>
              </a:rPr>
              <a:t>Configuração</a:t>
            </a:r>
            <a:r>
              <a:rPr sz="1750" b="1" spc="110" dirty="0">
                <a:solidFill>
                  <a:srgbClr val="F94CAE"/>
                </a:solidFill>
                <a:latin typeface="Trebuchet MS"/>
                <a:cs typeface="Trebuchet MS"/>
              </a:rPr>
              <a:t> </a:t>
            </a:r>
            <a:r>
              <a:rPr sz="1750" b="1" dirty="0">
                <a:solidFill>
                  <a:srgbClr val="F94CAE"/>
                </a:solidFill>
                <a:latin typeface="Trebuchet MS"/>
                <a:cs typeface="Trebuchet MS"/>
              </a:rPr>
              <a:t>do</a:t>
            </a:r>
            <a:r>
              <a:rPr sz="1750" b="1" spc="110" dirty="0">
                <a:solidFill>
                  <a:srgbClr val="F94CAE"/>
                </a:solidFill>
                <a:latin typeface="Trebuchet MS"/>
                <a:cs typeface="Trebuchet MS"/>
              </a:rPr>
              <a:t> </a:t>
            </a:r>
            <a:r>
              <a:rPr sz="1750" b="1" spc="-50" dirty="0">
                <a:solidFill>
                  <a:srgbClr val="F94CAE"/>
                </a:solidFill>
                <a:latin typeface="Trebuchet MS"/>
                <a:cs typeface="Trebuchet MS"/>
              </a:rPr>
              <a:t>Banco</a:t>
            </a:r>
            <a:r>
              <a:rPr sz="1750" b="1" spc="110" dirty="0">
                <a:solidFill>
                  <a:srgbClr val="F94CAE"/>
                </a:solidFill>
                <a:latin typeface="Trebuchet MS"/>
                <a:cs typeface="Trebuchet MS"/>
              </a:rPr>
              <a:t> </a:t>
            </a:r>
            <a:r>
              <a:rPr sz="1750" b="1" dirty="0">
                <a:solidFill>
                  <a:srgbClr val="F94CAE"/>
                </a:solidFill>
                <a:latin typeface="Trebuchet MS"/>
                <a:cs typeface="Trebuchet MS"/>
              </a:rPr>
              <a:t>de</a:t>
            </a:r>
            <a:r>
              <a:rPr sz="1750" b="1" spc="114" dirty="0">
                <a:solidFill>
                  <a:srgbClr val="F94CAE"/>
                </a:solidFill>
                <a:latin typeface="Trebuchet MS"/>
                <a:cs typeface="Trebuchet MS"/>
              </a:rPr>
              <a:t> </a:t>
            </a:r>
            <a:r>
              <a:rPr sz="1750" b="1" spc="-30" dirty="0">
                <a:solidFill>
                  <a:srgbClr val="F94CAE"/>
                </a:solidFill>
                <a:latin typeface="Trebuchet MS"/>
                <a:cs typeface="Trebuchet MS"/>
              </a:rPr>
              <a:t>Dados</a:t>
            </a:r>
            <a:r>
              <a:rPr sz="1750" b="1" spc="110" dirty="0">
                <a:solidFill>
                  <a:srgbClr val="F94CAE"/>
                </a:solidFill>
                <a:latin typeface="Trebuchet MS"/>
                <a:cs typeface="Trebuchet MS"/>
              </a:rPr>
              <a:t> </a:t>
            </a:r>
            <a:r>
              <a:rPr sz="1750" b="1" spc="-10" dirty="0">
                <a:solidFill>
                  <a:srgbClr val="F94CAE"/>
                </a:solidFill>
                <a:latin typeface="Trebuchet MS"/>
                <a:cs typeface="Trebuchet MS"/>
              </a:rPr>
              <a:t>Supabase</a:t>
            </a:r>
            <a:endParaRPr sz="1750">
              <a:latin typeface="Trebuchet MS"/>
              <a:cs typeface="Trebuchet MS"/>
            </a:endParaRPr>
          </a:p>
          <a:p>
            <a:pPr marL="12700" marR="565785">
              <a:lnSpc>
                <a:spcPct val="135900"/>
              </a:lnSpc>
              <a:spcBef>
                <a:spcPts val="1080"/>
              </a:spcBef>
            </a:pP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O</a:t>
            </a:r>
            <a:r>
              <a:rPr sz="1150" spc="3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b="1" spc="-30" dirty="0">
                <a:solidFill>
                  <a:srgbClr val="DAD1E6"/>
                </a:solidFill>
                <a:latin typeface="Trebuchet MS"/>
                <a:cs typeface="Trebuchet MS"/>
              </a:rPr>
              <a:t>VaiJunto?</a:t>
            </a:r>
            <a:r>
              <a:rPr sz="1150" b="1" spc="4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utiliza</a:t>
            </a:r>
            <a:r>
              <a:rPr sz="1150" spc="4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70" dirty="0">
                <a:solidFill>
                  <a:srgbClr val="DAD1E6"/>
                </a:solidFill>
                <a:latin typeface="Trebuchet MS"/>
                <a:cs typeface="Trebuchet MS"/>
              </a:rPr>
              <a:t>o</a:t>
            </a:r>
            <a:r>
              <a:rPr sz="1150" spc="4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50" dirty="0">
                <a:solidFill>
                  <a:srgbClr val="DAD1E6"/>
                </a:solidFill>
                <a:latin typeface="Trebuchet MS"/>
                <a:cs typeface="Trebuchet MS"/>
              </a:rPr>
              <a:t>Supabase</a:t>
            </a:r>
            <a:r>
              <a:rPr sz="1150" spc="4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para</a:t>
            </a:r>
            <a:r>
              <a:rPr sz="1150" spc="4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armazenamento</a:t>
            </a:r>
            <a:r>
              <a:rPr sz="1150" spc="4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de</a:t>
            </a:r>
            <a:r>
              <a:rPr sz="1150" spc="4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AD1E6"/>
                </a:solidFill>
                <a:latin typeface="Trebuchet MS"/>
                <a:cs typeface="Trebuchet MS"/>
              </a:rPr>
              <a:t>dados,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garantindo</a:t>
            </a:r>
            <a:r>
              <a:rPr sz="1150" spc="4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escalabilidade</a:t>
            </a:r>
            <a:r>
              <a:rPr sz="1150" spc="5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e</a:t>
            </a:r>
            <a:r>
              <a:rPr sz="1150" spc="5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segurança.</a:t>
            </a:r>
            <a:r>
              <a:rPr sz="1150" spc="5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É</a:t>
            </a:r>
            <a:r>
              <a:rPr sz="1150" spc="4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crucial</a:t>
            </a:r>
            <a:r>
              <a:rPr sz="1150" spc="5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AD1E6"/>
                </a:solidFill>
                <a:latin typeface="Trebuchet MS"/>
                <a:cs typeface="Trebuchet MS"/>
              </a:rPr>
              <a:t>configurar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corretamente</a:t>
            </a:r>
            <a:r>
              <a:rPr sz="1150" spc="7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70" dirty="0">
                <a:solidFill>
                  <a:srgbClr val="DAD1E6"/>
                </a:solidFill>
                <a:latin typeface="Trebuchet MS"/>
                <a:cs typeface="Trebuchet MS"/>
              </a:rPr>
              <a:t>o</a:t>
            </a:r>
            <a:r>
              <a:rPr sz="1150" spc="7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acesso</a:t>
            </a:r>
            <a:r>
              <a:rPr sz="1150" spc="7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50" dirty="0">
                <a:solidFill>
                  <a:srgbClr val="DAD1E6"/>
                </a:solidFill>
                <a:latin typeface="Trebuchet MS"/>
                <a:cs typeface="Trebuchet MS"/>
              </a:rPr>
              <a:t>ao</a:t>
            </a:r>
            <a:r>
              <a:rPr sz="1150" spc="7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banco</a:t>
            </a:r>
            <a:r>
              <a:rPr sz="1150" spc="7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para</a:t>
            </a:r>
            <a:r>
              <a:rPr sz="1150" spc="7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que</a:t>
            </a:r>
            <a:r>
              <a:rPr sz="1150" spc="8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70" dirty="0">
                <a:solidFill>
                  <a:srgbClr val="DAD1E6"/>
                </a:solidFill>
                <a:latin typeface="Trebuchet MS"/>
                <a:cs typeface="Trebuchet MS"/>
              </a:rPr>
              <a:t>o</a:t>
            </a:r>
            <a:r>
              <a:rPr sz="1150" spc="7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aplicativo</a:t>
            </a:r>
            <a:r>
              <a:rPr sz="1150" spc="7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AD1E6"/>
                </a:solidFill>
                <a:latin typeface="Trebuchet MS"/>
                <a:cs typeface="Trebuchet MS"/>
              </a:rPr>
              <a:t>funcione.</a:t>
            </a:r>
            <a:endParaRPr sz="11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1150">
              <a:latin typeface="Trebuchet MS"/>
              <a:cs typeface="Trebuchet MS"/>
            </a:endParaRPr>
          </a:p>
          <a:p>
            <a:pPr marL="252095">
              <a:lnSpc>
                <a:spcPct val="100000"/>
              </a:lnSpc>
            </a:pPr>
            <a:r>
              <a:rPr sz="1150" b="1" spc="-35" dirty="0">
                <a:solidFill>
                  <a:srgbClr val="DAD1E6"/>
                </a:solidFill>
                <a:latin typeface="Trebuchet MS"/>
                <a:cs typeface="Trebuchet MS"/>
              </a:rPr>
              <a:t>DATABASE_URL:</a:t>
            </a:r>
            <a:r>
              <a:rPr sz="1150" b="1" spc="1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b="1" u="sng" spc="-20" dirty="0">
                <a:solidFill>
                  <a:srgbClr val="F94CAE"/>
                </a:solidFill>
                <a:uFill>
                  <a:solidFill>
                    <a:srgbClr val="F94CAE"/>
                  </a:solidFill>
                </a:uFill>
                <a:latin typeface="Trebuchet MS"/>
                <a:cs typeface="Trebuchet MS"/>
                <a:hlinkClick r:id="rId4"/>
              </a:rPr>
              <a:t>https://qcmlftwkovma</a:t>
            </a:r>
            <a:r>
              <a:rPr sz="1150" b="1" spc="-20" dirty="0">
                <a:solidFill>
                  <a:srgbClr val="F94CAE"/>
                </a:solidFill>
                <a:latin typeface="Trebuchet MS"/>
                <a:cs typeface="Trebuchet MS"/>
                <a:hlinkClick r:id="rId4"/>
              </a:rPr>
              <a:t>j</a:t>
            </a:r>
            <a:r>
              <a:rPr sz="1150" b="1" u="sng" spc="-20" dirty="0">
                <a:solidFill>
                  <a:srgbClr val="F94CAE"/>
                </a:solidFill>
                <a:uFill>
                  <a:solidFill>
                    <a:srgbClr val="F94CAE"/>
                  </a:solidFill>
                </a:uFill>
                <a:latin typeface="Trebuchet MS"/>
                <a:cs typeface="Trebuchet MS"/>
                <a:hlinkClick r:id="rId4"/>
              </a:rPr>
              <a:t>wt</a:t>
            </a:r>
            <a:r>
              <a:rPr sz="1150" b="1" spc="-20" dirty="0">
                <a:solidFill>
                  <a:srgbClr val="F94CAE"/>
                </a:solidFill>
                <a:latin typeface="Trebuchet MS"/>
                <a:cs typeface="Trebuchet MS"/>
                <a:hlinkClick r:id="rId4"/>
              </a:rPr>
              <a:t>lj</a:t>
            </a:r>
            <a:r>
              <a:rPr sz="1150" b="1" u="sng" spc="-20" dirty="0">
                <a:solidFill>
                  <a:srgbClr val="F94CAE"/>
                </a:solidFill>
                <a:uFill>
                  <a:solidFill>
                    <a:srgbClr val="F94CAE"/>
                  </a:solidFill>
                </a:uFill>
                <a:latin typeface="Trebuchet MS"/>
                <a:cs typeface="Trebuchet MS"/>
                <a:hlinkClick r:id="rId4"/>
              </a:rPr>
              <a:t>auv.sup</a:t>
            </a:r>
            <a:r>
              <a:rPr sz="1150" b="1" u="sng" spc="85" dirty="0">
                <a:solidFill>
                  <a:srgbClr val="F94CAE"/>
                </a:solidFill>
                <a:uFill>
                  <a:solidFill>
                    <a:srgbClr val="F94CAE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1150" b="1" u="sng" spc="-10" dirty="0">
                <a:solidFill>
                  <a:srgbClr val="F94CAE"/>
                </a:solidFill>
                <a:uFill>
                  <a:solidFill>
                    <a:srgbClr val="F94CAE"/>
                  </a:solidFill>
                </a:uFill>
                <a:latin typeface="Trebuchet MS"/>
                <a:cs typeface="Trebuchet MS"/>
                <a:hlinkClick r:id="rId4"/>
              </a:rPr>
              <a:t>abase.co</a:t>
            </a:r>
            <a:endParaRPr sz="1150">
              <a:latin typeface="Trebuchet MS"/>
              <a:cs typeface="Trebuchet MS"/>
            </a:endParaRPr>
          </a:p>
          <a:p>
            <a:pPr marL="252095">
              <a:lnSpc>
                <a:spcPct val="100000"/>
              </a:lnSpc>
              <a:spcBef>
                <a:spcPts val="944"/>
              </a:spcBef>
            </a:pPr>
            <a:r>
              <a:rPr sz="1150" b="1" spc="-10" dirty="0">
                <a:solidFill>
                  <a:srgbClr val="DAD1E6"/>
                </a:solidFill>
                <a:latin typeface="Trebuchet MS"/>
                <a:cs typeface="Trebuchet MS"/>
              </a:rPr>
              <a:t>DATABASE_KEY:</a:t>
            </a:r>
            <a:endParaRPr sz="1150">
              <a:latin typeface="Trebuchet MS"/>
              <a:cs typeface="Trebuchet MS"/>
            </a:endParaRPr>
          </a:p>
          <a:p>
            <a:pPr marL="252095" marR="5080">
              <a:lnSpc>
                <a:spcPct val="135900"/>
              </a:lnSpc>
            </a:pPr>
            <a:r>
              <a:rPr sz="1150" spc="-20" dirty="0">
                <a:solidFill>
                  <a:srgbClr val="DAD1E6"/>
                </a:solidFill>
                <a:latin typeface="Lucida Sans Unicode"/>
                <a:cs typeface="Lucida Sans Unicode"/>
              </a:rPr>
              <a:t>eyJhbGciOiJIUzI1NiIsInR5cCI6IkpXVCJ9.eyJpc3MiOiJzdXBhYmFzZSIsI </a:t>
            </a:r>
            <a:r>
              <a:rPr sz="1150" spc="-25" dirty="0">
                <a:solidFill>
                  <a:srgbClr val="DAD1E6"/>
                </a:solidFill>
                <a:latin typeface="Lucida Sans Unicode"/>
                <a:cs typeface="Lucida Sans Unicode"/>
              </a:rPr>
              <a:t>nJlZiI6InFjbWxmdHdrb3ZtYWp3dGxqYXV2Iiwicm9sZSI6ImFub24iLCJ </a:t>
            </a:r>
            <a:r>
              <a:rPr sz="1150" spc="-10" dirty="0">
                <a:solidFill>
                  <a:srgbClr val="DAD1E6"/>
                </a:solidFill>
                <a:latin typeface="Lucida Sans Unicode"/>
                <a:cs typeface="Lucida Sans Unicode"/>
              </a:rPr>
              <a:t>pYXQiOjE3NjA2MjQ0MzgsImV4cCI6MjA3NjIwMDQzOH0.pQUnYLfG </a:t>
            </a:r>
            <a:r>
              <a:rPr sz="1150" spc="-75" dirty="0">
                <a:solidFill>
                  <a:srgbClr val="DAD1E6"/>
                </a:solidFill>
                <a:latin typeface="Lucida Sans Unicode"/>
                <a:cs typeface="Lucida Sans Unicode"/>
              </a:rPr>
              <a:t>gvTAQFXr5Y-</a:t>
            </a:r>
            <a:r>
              <a:rPr sz="1150" spc="-80" dirty="0">
                <a:solidFill>
                  <a:srgbClr val="DAD1E6"/>
                </a:solidFill>
                <a:latin typeface="Lucida Sans Unicode"/>
                <a:cs typeface="Lucida Sans Unicode"/>
              </a:rPr>
              <a:t>d8-</a:t>
            </a:r>
            <a:r>
              <a:rPr sz="1150" spc="-10" dirty="0">
                <a:solidFill>
                  <a:srgbClr val="DAD1E6"/>
                </a:solidFill>
                <a:latin typeface="Lucida Sans Unicode"/>
                <a:cs typeface="Lucida Sans Unicode"/>
              </a:rPr>
              <a:t>jsFHFNt3Eoknz1d3P6qQw</a:t>
            </a:r>
            <a:endParaRPr sz="115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7366" y="6770528"/>
            <a:ext cx="4886325" cy="501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5900"/>
              </a:lnSpc>
              <a:spcBef>
                <a:spcPts val="90"/>
              </a:spcBef>
            </a:pP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Certifique-se</a:t>
            </a:r>
            <a:r>
              <a:rPr sz="1150" spc="10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de</a:t>
            </a:r>
            <a:r>
              <a:rPr sz="1150" spc="10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que</a:t>
            </a:r>
            <a:r>
              <a:rPr sz="1150" spc="10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a</a:t>
            </a:r>
            <a:r>
              <a:rPr sz="1150" spc="10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tabela</a:t>
            </a:r>
            <a:r>
              <a:rPr sz="1150" spc="10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b="1" dirty="0">
                <a:solidFill>
                  <a:srgbClr val="DAD1E6"/>
                </a:solidFill>
                <a:latin typeface="Trebuchet MS"/>
                <a:cs typeface="Trebuchet MS"/>
              </a:rPr>
              <a:t>'usuários'</a:t>
            </a:r>
            <a:r>
              <a:rPr sz="1150" b="1" spc="10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esteja</a:t>
            </a:r>
            <a:r>
              <a:rPr sz="1150" spc="10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configurada</a:t>
            </a:r>
            <a:r>
              <a:rPr sz="1150" spc="10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conforme</a:t>
            </a:r>
            <a:r>
              <a:rPr sz="1150" spc="10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55" dirty="0">
                <a:solidFill>
                  <a:srgbClr val="DAD1E6"/>
                </a:solidFill>
                <a:latin typeface="Trebuchet MS"/>
                <a:cs typeface="Trebuchet MS"/>
              </a:rPr>
              <a:t>os </a:t>
            </a:r>
            <a:r>
              <a:rPr sz="1150" spc="50" dirty="0">
                <a:solidFill>
                  <a:srgbClr val="DAD1E6"/>
                </a:solidFill>
                <a:latin typeface="Trebuchet MS"/>
                <a:cs typeface="Trebuchet MS"/>
              </a:rPr>
              <a:t>campos</a:t>
            </a:r>
            <a:r>
              <a:rPr sz="1150" spc="4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especificados</a:t>
            </a:r>
            <a:r>
              <a:rPr sz="1150" spc="4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para</a:t>
            </a:r>
            <a:r>
              <a:rPr sz="1150" spc="5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70" dirty="0">
                <a:solidFill>
                  <a:srgbClr val="DAD1E6"/>
                </a:solidFill>
                <a:latin typeface="Trebuchet MS"/>
                <a:cs typeface="Trebuchet MS"/>
              </a:rPr>
              <a:t>o</a:t>
            </a:r>
            <a:r>
              <a:rPr sz="1150" spc="4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correto</a:t>
            </a:r>
            <a:r>
              <a:rPr sz="1150" spc="5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funcionamento</a:t>
            </a:r>
            <a:r>
              <a:rPr sz="1150" spc="4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65" dirty="0">
                <a:solidFill>
                  <a:srgbClr val="DAD1E6"/>
                </a:solidFill>
                <a:latin typeface="Trebuchet MS"/>
                <a:cs typeface="Trebuchet MS"/>
              </a:rPr>
              <a:t>do</a:t>
            </a:r>
            <a:r>
              <a:rPr sz="1150" spc="5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AD1E6"/>
                </a:solidFill>
                <a:latin typeface="Trebuchet MS"/>
                <a:cs typeface="Trebuchet MS"/>
              </a:rPr>
              <a:t>aplicativo.</a:t>
            </a:r>
            <a:endParaRPr sz="1150">
              <a:latin typeface="Trebuchet MS"/>
              <a:cs typeface="Trebuchet MS"/>
            </a:endParaRPr>
          </a:p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05500" y="1743074"/>
            <a:ext cx="4933949" cy="493394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5894730" y="6818146"/>
            <a:ext cx="4878705" cy="13881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05130" algn="l"/>
              </a:tabLst>
            </a:pPr>
            <a:r>
              <a:rPr sz="1750" spc="-1265" dirty="0">
                <a:latin typeface="Times New Roman"/>
                <a:cs typeface="Times New Roman"/>
              </a:rPr>
              <a:t>G</a:t>
            </a:r>
            <a:r>
              <a:rPr sz="1750" dirty="0">
                <a:latin typeface="Times New Roman"/>
                <a:cs typeface="Times New Roman"/>
              </a:rPr>
              <a:t>	</a:t>
            </a:r>
            <a:r>
              <a:rPr sz="1750" b="1" dirty="0">
                <a:solidFill>
                  <a:srgbClr val="F94CAE"/>
                </a:solidFill>
                <a:latin typeface="Trebuchet MS"/>
                <a:cs typeface="Trebuchet MS"/>
              </a:rPr>
              <a:t>Tabela</a:t>
            </a:r>
            <a:r>
              <a:rPr sz="1750" b="1" spc="195" dirty="0">
                <a:solidFill>
                  <a:srgbClr val="F94CAE"/>
                </a:solidFill>
                <a:latin typeface="Trebuchet MS"/>
                <a:cs typeface="Trebuchet MS"/>
              </a:rPr>
              <a:t> </a:t>
            </a:r>
            <a:r>
              <a:rPr sz="1750" b="1" spc="120" dirty="0">
                <a:solidFill>
                  <a:srgbClr val="F94CAE"/>
                </a:solidFill>
                <a:latin typeface="Trebuchet MS"/>
                <a:cs typeface="Trebuchet MS"/>
              </a:rPr>
              <a:t>'usuários'</a:t>
            </a:r>
            <a:r>
              <a:rPr sz="1750" b="1" spc="195" dirty="0">
                <a:solidFill>
                  <a:srgbClr val="F94CAE"/>
                </a:solidFill>
                <a:latin typeface="Trebuchet MS"/>
                <a:cs typeface="Trebuchet MS"/>
              </a:rPr>
              <a:t> </a:t>
            </a:r>
            <a:r>
              <a:rPr sz="1750" b="1" dirty="0">
                <a:solidFill>
                  <a:srgbClr val="F94CAE"/>
                </a:solidFill>
                <a:latin typeface="Trebuchet MS"/>
                <a:cs typeface="Trebuchet MS"/>
              </a:rPr>
              <a:t>no</a:t>
            </a:r>
            <a:r>
              <a:rPr sz="1750" b="1" spc="200" dirty="0">
                <a:solidFill>
                  <a:srgbClr val="F94CAE"/>
                </a:solidFill>
                <a:latin typeface="Trebuchet MS"/>
                <a:cs typeface="Trebuchet MS"/>
              </a:rPr>
              <a:t> </a:t>
            </a:r>
            <a:r>
              <a:rPr sz="1750" b="1" spc="-10" dirty="0">
                <a:solidFill>
                  <a:srgbClr val="F94CAE"/>
                </a:solidFill>
                <a:latin typeface="Trebuchet MS"/>
                <a:cs typeface="Trebuchet MS"/>
              </a:rPr>
              <a:t>Supabase</a:t>
            </a:r>
            <a:endParaRPr sz="1750">
              <a:latin typeface="Trebuchet MS"/>
              <a:cs typeface="Trebuchet MS"/>
            </a:endParaRPr>
          </a:p>
          <a:p>
            <a:pPr marL="12700" marR="5080">
              <a:lnSpc>
                <a:spcPct val="135900"/>
              </a:lnSpc>
              <a:spcBef>
                <a:spcPts val="1080"/>
              </a:spcBef>
            </a:pP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A</a:t>
            </a:r>
            <a:r>
              <a:rPr sz="1150" spc="2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estrutura</a:t>
            </a:r>
            <a:r>
              <a:rPr sz="1150" spc="2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55" dirty="0">
                <a:solidFill>
                  <a:srgbClr val="DAD1E6"/>
                </a:solidFill>
                <a:latin typeface="Trebuchet MS"/>
                <a:cs typeface="Trebuchet MS"/>
              </a:rPr>
              <a:t>da</a:t>
            </a:r>
            <a:r>
              <a:rPr sz="1150" spc="2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tabela</a:t>
            </a:r>
            <a:r>
              <a:rPr sz="1150" spc="2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b="1" spc="10" dirty="0">
                <a:solidFill>
                  <a:srgbClr val="DAD1E6"/>
                </a:solidFill>
                <a:latin typeface="Trebuchet MS"/>
                <a:cs typeface="Trebuchet MS"/>
              </a:rPr>
              <a:t>usuários</a:t>
            </a:r>
            <a:r>
              <a:rPr sz="1150" b="1" spc="2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é</a:t>
            </a:r>
            <a:r>
              <a:rPr sz="1150" spc="2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fundamental</a:t>
            </a:r>
            <a:r>
              <a:rPr sz="1150" spc="2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para</a:t>
            </a:r>
            <a:r>
              <a:rPr sz="1150" spc="2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70" dirty="0">
                <a:solidFill>
                  <a:srgbClr val="DAD1E6"/>
                </a:solidFill>
                <a:latin typeface="Trebuchet MS"/>
                <a:cs typeface="Trebuchet MS"/>
              </a:rPr>
              <a:t>o</a:t>
            </a:r>
            <a:r>
              <a:rPr sz="1150" spc="2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registro</a:t>
            </a:r>
            <a:r>
              <a:rPr sz="1150" spc="2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-50" dirty="0">
                <a:solidFill>
                  <a:srgbClr val="DAD1E6"/>
                </a:solidFill>
                <a:latin typeface="Trebuchet MS"/>
                <a:cs typeface="Trebuchet MS"/>
              </a:rPr>
              <a:t>e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gerenciamento</a:t>
            </a:r>
            <a:r>
              <a:rPr sz="1150" spc="3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70" dirty="0">
                <a:solidFill>
                  <a:srgbClr val="DAD1E6"/>
                </a:solidFill>
                <a:latin typeface="Trebuchet MS"/>
                <a:cs typeface="Trebuchet MS"/>
              </a:rPr>
              <a:t>dos</a:t>
            </a:r>
            <a:r>
              <a:rPr sz="1150" spc="3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perfis</a:t>
            </a:r>
            <a:r>
              <a:rPr sz="1150" spc="3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70" dirty="0">
                <a:solidFill>
                  <a:srgbClr val="DAD1E6"/>
                </a:solidFill>
                <a:latin typeface="Trebuchet MS"/>
                <a:cs typeface="Trebuchet MS"/>
              </a:rPr>
              <a:t>dos</a:t>
            </a:r>
            <a:r>
              <a:rPr sz="1150" spc="4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estudantes</a:t>
            </a:r>
            <a:r>
              <a:rPr sz="1150" spc="3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na</a:t>
            </a:r>
            <a:r>
              <a:rPr sz="1150" spc="3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plataforma.</a:t>
            </a:r>
            <a:r>
              <a:rPr sz="1150" spc="4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Ela</a:t>
            </a:r>
            <a:r>
              <a:rPr sz="1150" spc="3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contém</a:t>
            </a:r>
            <a:r>
              <a:rPr sz="1150" spc="3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55" dirty="0">
                <a:solidFill>
                  <a:srgbClr val="DAD1E6"/>
                </a:solidFill>
                <a:latin typeface="Trebuchet MS"/>
                <a:cs typeface="Trebuchet MS"/>
              </a:rPr>
              <a:t>os </a:t>
            </a:r>
            <a:r>
              <a:rPr sz="1150" spc="50" dirty="0">
                <a:solidFill>
                  <a:srgbClr val="DAD1E6"/>
                </a:solidFill>
                <a:latin typeface="Trebuchet MS"/>
                <a:cs typeface="Trebuchet MS"/>
              </a:rPr>
              <a:t>campos</a:t>
            </a:r>
            <a:r>
              <a:rPr sz="1150" spc="3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essenciais</a:t>
            </a:r>
            <a:r>
              <a:rPr sz="1150" spc="3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para</a:t>
            </a:r>
            <a:r>
              <a:rPr sz="1150" spc="3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a</a:t>
            </a:r>
            <a:r>
              <a:rPr sz="1150" spc="3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identificação</a:t>
            </a:r>
            <a:r>
              <a:rPr sz="1150" spc="3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e</a:t>
            </a:r>
            <a:r>
              <a:rPr sz="1150" spc="3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autenticação</a:t>
            </a:r>
            <a:r>
              <a:rPr sz="1150" spc="3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de</a:t>
            </a:r>
            <a:r>
              <a:rPr sz="1150" spc="3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cada</a:t>
            </a:r>
            <a:r>
              <a:rPr sz="1150" spc="3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AD1E6"/>
                </a:solidFill>
                <a:latin typeface="Trebuchet MS"/>
                <a:cs typeface="Trebuchet MS"/>
              </a:rPr>
              <a:t>usuário,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bem</a:t>
            </a:r>
            <a:r>
              <a:rPr sz="1150" spc="8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como</a:t>
            </a:r>
            <a:r>
              <a:rPr sz="1150" spc="8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informações</a:t>
            </a:r>
            <a:r>
              <a:rPr sz="1150" spc="8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cruciais</a:t>
            </a:r>
            <a:r>
              <a:rPr sz="1150" spc="8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para</a:t>
            </a:r>
            <a:r>
              <a:rPr sz="1150" spc="8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a</a:t>
            </a:r>
            <a:r>
              <a:rPr sz="1150" spc="8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funcionalidade</a:t>
            </a:r>
            <a:r>
              <a:rPr sz="1150" spc="8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de</a:t>
            </a:r>
            <a:r>
              <a:rPr sz="1150" spc="8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AD1E6"/>
                </a:solidFill>
                <a:latin typeface="Trebuchet MS"/>
                <a:cs typeface="Trebuchet MS"/>
              </a:rPr>
              <a:t>caronas.</a:t>
            </a:r>
            <a:endParaRPr sz="1150">
              <a:latin typeface="Trebuchet MS"/>
              <a:cs typeface="Trebuchet MS"/>
            </a:endParaRPr>
          </a:p>
        </p:txBody>
      </p:sp>
      <p:pic>
        <p:nvPicPr>
          <p:cNvPr id="17" name="object 17">
            <a:hlinkClick r:id="rId6"/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580244" y="10370057"/>
            <a:ext cx="1754504" cy="419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383825"/>
            <a:ext cx="8273415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11805" algn="l"/>
                <a:tab pos="3386454" algn="l"/>
                <a:tab pos="5448300" algn="l"/>
                <a:tab pos="6010910" algn="l"/>
              </a:tabLst>
            </a:pPr>
            <a:r>
              <a:rPr spc="-10" dirty="0"/>
              <a:t>Funcionalidades</a:t>
            </a:r>
            <a:r>
              <a:rPr dirty="0"/>
              <a:t>	</a:t>
            </a:r>
            <a:r>
              <a:rPr spc="-50" dirty="0"/>
              <a:t>e</a:t>
            </a:r>
            <a:r>
              <a:rPr dirty="0"/>
              <a:t>	</a:t>
            </a:r>
            <a:r>
              <a:rPr spc="70" dirty="0"/>
              <a:t>Instalação</a:t>
            </a:r>
            <a:r>
              <a:rPr dirty="0"/>
              <a:t>	</a:t>
            </a:r>
            <a:r>
              <a:rPr spc="-25" dirty="0"/>
              <a:t>de</a:t>
            </a:r>
            <a:r>
              <a:rPr dirty="0"/>
              <a:t>	</a:t>
            </a:r>
            <a:r>
              <a:rPr spc="-120" dirty="0"/>
              <a:t>Dependências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375" y="1229169"/>
            <a:ext cx="4410710" cy="2959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50" b="1" spc="75" dirty="0">
                <a:solidFill>
                  <a:srgbClr val="F94CAE"/>
                </a:solidFill>
                <a:latin typeface="Trebuchet MS"/>
                <a:cs typeface="Trebuchet MS"/>
              </a:rPr>
              <a:t>Principais</a:t>
            </a:r>
            <a:r>
              <a:rPr sz="1750" b="1" spc="250" dirty="0">
                <a:solidFill>
                  <a:srgbClr val="F94CAE"/>
                </a:solidFill>
                <a:latin typeface="Trebuchet MS"/>
                <a:cs typeface="Trebuchet MS"/>
              </a:rPr>
              <a:t> </a:t>
            </a:r>
            <a:r>
              <a:rPr sz="1750" b="1" dirty="0">
                <a:solidFill>
                  <a:srgbClr val="F94CAE"/>
                </a:solidFill>
                <a:latin typeface="Trebuchet MS"/>
                <a:cs typeface="Trebuchet MS"/>
              </a:rPr>
              <a:t>Funcionalidades</a:t>
            </a:r>
            <a:r>
              <a:rPr sz="1750" b="1" spc="254" dirty="0">
                <a:solidFill>
                  <a:srgbClr val="F94CAE"/>
                </a:solidFill>
                <a:latin typeface="Trebuchet MS"/>
                <a:cs typeface="Trebuchet MS"/>
              </a:rPr>
              <a:t> </a:t>
            </a:r>
            <a:r>
              <a:rPr sz="1750" b="1" dirty="0">
                <a:solidFill>
                  <a:srgbClr val="F94CAE"/>
                </a:solidFill>
                <a:latin typeface="Trebuchet MS"/>
                <a:cs typeface="Trebuchet MS"/>
              </a:rPr>
              <a:t>do</a:t>
            </a:r>
            <a:r>
              <a:rPr sz="1750" b="1" spc="254" dirty="0">
                <a:solidFill>
                  <a:srgbClr val="F94CAE"/>
                </a:solidFill>
                <a:latin typeface="Trebuchet MS"/>
                <a:cs typeface="Trebuchet MS"/>
              </a:rPr>
              <a:t> </a:t>
            </a:r>
            <a:r>
              <a:rPr sz="1750" b="1" spc="-10" dirty="0">
                <a:solidFill>
                  <a:srgbClr val="F94CAE"/>
                </a:solidFill>
                <a:latin typeface="Trebuchet MS"/>
                <a:cs typeface="Trebuchet MS"/>
              </a:rPr>
              <a:t>VaiJunto?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9125" y="178117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2" y="0"/>
                </a:moveTo>
                <a:lnTo>
                  <a:pt x="20652" y="0"/>
                </a:lnTo>
                <a:lnTo>
                  <a:pt x="17616" y="609"/>
                </a:lnTo>
                <a:lnTo>
                  <a:pt x="0" y="20650"/>
                </a:lnTo>
                <a:lnTo>
                  <a:pt x="0" y="26974"/>
                </a:lnTo>
                <a:lnTo>
                  <a:pt x="20652" y="47625"/>
                </a:lnTo>
                <a:lnTo>
                  <a:pt x="26972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08" y="609"/>
                </a:lnTo>
                <a:lnTo>
                  <a:pt x="26972" y="0"/>
                </a:lnTo>
                <a:close/>
              </a:path>
            </a:pathLst>
          </a:custGeom>
          <a:solidFill>
            <a:srgbClr val="DAD1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19125" y="255270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2" y="0"/>
                </a:moveTo>
                <a:lnTo>
                  <a:pt x="20652" y="0"/>
                </a:lnTo>
                <a:lnTo>
                  <a:pt x="17616" y="609"/>
                </a:lnTo>
                <a:lnTo>
                  <a:pt x="0" y="20650"/>
                </a:lnTo>
                <a:lnTo>
                  <a:pt x="0" y="26974"/>
                </a:lnTo>
                <a:lnTo>
                  <a:pt x="20652" y="47625"/>
                </a:lnTo>
                <a:lnTo>
                  <a:pt x="26972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08" y="609"/>
                </a:lnTo>
                <a:lnTo>
                  <a:pt x="26972" y="0"/>
                </a:lnTo>
                <a:close/>
              </a:path>
            </a:pathLst>
          </a:custGeom>
          <a:solidFill>
            <a:srgbClr val="DAD1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19125" y="308610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2" y="0"/>
                </a:moveTo>
                <a:lnTo>
                  <a:pt x="20652" y="0"/>
                </a:lnTo>
                <a:lnTo>
                  <a:pt x="17616" y="609"/>
                </a:lnTo>
                <a:lnTo>
                  <a:pt x="0" y="20650"/>
                </a:lnTo>
                <a:lnTo>
                  <a:pt x="0" y="26974"/>
                </a:lnTo>
                <a:lnTo>
                  <a:pt x="20652" y="47625"/>
                </a:lnTo>
                <a:lnTo>
                  <a:pt x="26972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08" y="609"/>
                </a:lnTo>
                <a:lnTo>
                  <a:pt x="26972" y="0"/>
                </a:lnTo>
                <a:close/>
              </a:path>
            </a:pathLst>
          </a:custGeom>
          <a:solidFill>
            <a:srgbClr val="DAD1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27285" y="1636553"/>
            <a:ext cx="4674235" cy="20542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74295">
              <a:lnSpc>
                <a:spcPct val="138600"/>
              </a:lnSpc>
              <a:spcBef>
                <a:spcPts val="55"/>
              </a:spcBef>
            </a:pPr>
            <a:r>
              <a:rPr sz="1150" b="1" dirty="0">
                <a:solidFill>
                  <a:srgbClr val="DAD1E6"/>
                </a:solidFill>
                <a:latin typeface="Trebuchet MS"/>
                <a:cs typeface="Trebuchet MS"/>
              </a:rPr>
              <a:t>Buscar</a:t>
            </a:r>
            <a:r>
              <a:rPr sz="1150" b="1" spc="3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b="1" spc="-20" dirty="0">
                <a:solidFill>
                  <a:srgbClr val="DAD1E6"/>
                </a:solidFill>
                <a:latin typeface="Trebuchet MS"/>
                <a:cs typeface="Trebuchet MS"/>
              </a:rPr>
              <a:t>Carona:</a:t>
            </a:r>
            <a:r>
              <a:rPr sz="1150" b="1" spc="8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Permite</a:t>
            </a:r>
            <a:r>
              <a:rPr sz="1150" spc="8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65" dirty="0">
                <a:solidFill>
                  <a:srgbClr val="DAD1E6"/>
                </a:solidFill>
                <a:latin typeface="Trebuchet MS"/>
                <a:cs typeface="Trebuchet MS"/>
              </a:rPr>
              <a:t>aos</a:t>
            </a:r>
            <a:r>
              <a:rPr sz="1150" spc="8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50" dirty="0">
                <a:solidFill>
                  <a:srgbClr val="DAD1E6"/>
                </a:solidFill>
                <a:latin typeface="Trebuchet MS"/>
                <a:cs typeface="Trebuchet MS"/>
              </a:rPr>
              <a:t>usuários</a:t>
            </a:r>
            <a:r>
              <a:rPr sz="1150" spc="8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pesquisar</a:t>
            </a:r>
            <a:r>
              <a:rPr sz="1150" spc="8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caronas</a:t>
            </a:r>
            <a:r>
              <a:rPr sz="1150" spc="8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AD1E6"/>
                </a:solidFill>
                <a:latin typeface="Trebuchet MS"/>
                <a:cs typeface="Trebuchet MS"/>
              </a:rPr>
              <a:t>disponíveis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com</a:t>
            </a:r>
            <a:r>
              <a:rPr sz="1150" spc="6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base</a:t>
            </a:r>
            <a:r>
              <a:rPr sz="1150" spc="6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em</a:t>
            </a:r>
            <a:r>
              <a:rPr sz="1150" spc="7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localização</a:t>
            </a:r>
            <a:r>
              <a:rPr sz="1150" spc="6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e</a:t>
            </a:r>
            <a:r>
              <a:rPr sz="1150" spc="7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horário,</a:t>
            </a:r>
            <a:r>
              <a:rPr sz="1150" spc="6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facilitando</a:t>
            </a:r>
            <a:r>
              <a:rPr sz="1150" spc="70" dirty="0">
                <a:solidFill>
                  <a:srgbClr val="DAD1E6"/>
                </a:solidFill>
                <a:latin typeface="Trebuchet MS"/>
                <a:cs typeface="Trebuchet MS"/>
              </a:rPr>
              <a:t> o</a:t>
            </a:r>
            <a:r>
              <a:rPr sz="1150" spc="6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encontro</a:t>
            </a:r>
            <a:r>
              <a:rPr sz="1150" spc="7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de</a:t>
            </a:r>
            <a:r>
              <a:rPr sz="1150" spc="6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AD1E6"/>
                </a:solidFill>
                <a:latin typeface="Trebuchet MS"/>
                <a:cs typeface="Trebuchet MS"/>
              </a:rPr>
              <a:t>rotas compatíveis.</a:t>
            </a:r>
            <a:endParaRPr sz="1150">
              <a:latin typeface="Trebuchet MS"/>
              <a:cs typeface="Trebuchet MS"/>
            </a:endParaRPr>
          </a:p>
          <a:p>
            <a:pPr marL="12700" marR="5080">
              <a:lnSpc>
                <a:spcPct val="135900"/>
              </a:lnSpc>
              <a:spcBef>
                <a:spcPts val="375"/>
              </a:spcBef>
            </a:pPr>
            <a:r>
              <a:rPr sz="1150" b="1" spc="-30" dirty="0">
                <a:solidFill>
                  <a:srgbClr val="DAD1E6"/>
                </a:solidFill>
                <a:latin typeface="Trebuchet MS"/>
                <a:cs typeface="Trebuchet MS"/>
              </a:rPr>
              <a:t>Oferecer</a:t>
            </a:r>
            <a:r>
              <a:rPr sz="1150" b="1" spc="1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b="1" spc="-20" dirty="0">
                <a:solidFill>
                  <a:srgbClr val="DAD1E6"/>
                </a:solidFill>
                <a:latin typeface="Trebuchet MS"/>
                <a:cs typeface="Trebuchet MS"/>
              </a:rPr>
              <a:t>Carona:</a:t>
            </a:r>
            <a:r>
              <a:rPr sz="1150" b="1" spc="6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Motoristas</a:t>
            </a:r>
            <a:r>
              <a:rPr sz="1150" spc="55" dirty="0">
                <a:solidFill>
                  <a:srgbClr val="DAD1E6"/>
                </a:solidFill>
                <a:latin typeface="Trebuchet MS"/>
                <a:cs typeface="Trebuchet MS"/>
              </a:rPr>
              <a:t> podem</a:t>
            </a:r>
            <a:r>
              <a:rPr sz="1150" spc="6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registrar</a:t>
            </a:r>
            <a:r>
              <a:rPr sz="1150" spc="5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60" dirty="0">
                <a:solidFill>
                  <a:srgbClr val="DAD1E6"/>
                </a:solidFill>
                <a:latin typeface="Trebuchet MS"/>
                <a:cs typeface="Trebuchet MS"/>
              </a:rPr>
              <a:t>suas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rotas,</a:t>
            </a:r>
            <a:r>
              <a:rPr sz="1150" spc="6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horários</a:t>
            </a:r>
            <a:r>
              <a:rPr sz="1150" spc="5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e</a:t>
            </a:r>
            <a:r>
              <a:rPr sz="1150" spc="6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20" dirty="0">
                <a:solidFill>
                  <a:srgbClr val="DAD1E6"/>
                </a:solidFill>
                <a:latin typeface="Trebuchet MS"/>
                <a:cs typeface="Trebuchet MS"/>
              </a:rPr>
              <a:t>o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número</a:t>
            </a:r>
            <a:r>
              <a:rPr sz="1150" spc="10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de</a:t>
            </a:r>
            <a:r>
              <a:rPr sz="1150" spc="11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vagas</a:t>
            </a:r>
            <a:r>
              <a:rPr sz="1150" spc="10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disponíveis,</a:t>
            </a:r>
            <a:r>
              <a:rPr sz="1150" spc="11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conectando-</a:t>
            </a:r>
            <a:r>
              <a:rPr sz="1150" spc="50" dirty="0">
                <a:solidFill>
                  <a:srgbClr val="DAD1E6"/>
                </a:solidFill>
                <a:latin typeface="Trebuchet MS"/>
                <a:cs typeface="Trebuchet MS"/>
              </a:rPr>
              <a:t>se</a:t>
            </a:r>
            <a:r>
              <a:rPr sz="1150" spc="10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com</a:t>
            </a:r>
            <a:r>
              <a:rPr sz="1150" spc="11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AD1E6"/>
                </a:solidFill>
                <a:latin typeface="Trebuchet MS"/>
                <a:cs typeface="Trebuchet MS"/>
              </a:rPr>
              <a:t>passageiros.</a:t>
            </a:r>
            <a:endParaRPr sz="1150">
              <a:latin typeface="Trebuchet MS"/>
              <a:cs typeface="Trebuchet MS"/>
            </a:endParaRPr>
          </a:p>
          <a:p>
            <a:pPr marL="12700" marR="505459">
              <a:lnSpc>
                <a:spcPct val="138600"/>
              </a:lnSpc>
              <a:spcBef>
                <a:spcPts val="409"/>
              </a:spcBef>
            </a:pPr>
            <a:r>
              <a:rPr sz="1150" b="1" dirty="0">
                <a:solidFill>
                  <a:srgbClr val="DAD1E6"/>
                </a:solidFill>
                <a:latin typeface="Trebuchet MS"/>
                <a:cs typeface="Trebuchet MS"/>
              </a:rPr>
              <a:t>Seleção</a:t>
            </a:r>
            <a:r>
              <a:rPr sz="1150" b="1" spc="-1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b="1" dirty="0">
                <a:solidFill>
                  <a:srgbClr val="DAD1E6"/>
                </a:solidFill>
                <a:latin typeface="Trebuchet MS"/>
                <a:cs typeface="Trebuchet MS"/>
              </a:rPr>
              <a:t>de</a:t>
            </a:r>
            <a:r>
              <a:rPr sz="1150" b="1" spc="-1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b="1" dirty="0">
                <a:solidFill>
                  <a:srgbClr val="DAD1E6"/>
                </a:solidFill>
                <a:latin typeface="Trebuchet MS"/>
                <a:cs typeface="Trebuchet MS"/>
              </a:rPr>
              <a:t>Vagas</a:t>
            </a:r>
            <a:r>
              <a:rPr sz="1150" b="1" spc="-1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b="1" dirty="0">
                <a:solidFill>
                  <a:srgbClr val="DAD1E6"/>
                </a:solidFill>
                <a:latin typeface="Trebuchet MS"/>
                <a:cs typeface="Trebuchet MS"/>
              </a:rPr>
              <a:t>Disponíveis:</a:t>
            </a:r>
            <a:r>
              <a:rPr sz="1150" b="1" spc="3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Uma</a:t>
            </a:r>
            <a:r>
              <a:rPr sz="1150" spc="3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interface</a:t>
            </a:r>
            <a:r>
              <a:rPr sz="1150" spc="3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intuitiva</a:t>
            </a:r>
            <a:r>
              <a:rPr sz="1150" spc="3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para</a:t>
            </a:r>
            <a:r>
              <a:rPr sz="1150" spc="3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20" dirty="0">
                <a:solidFill>
                  <a:srgbClr val="DAD1E6"/>
                </a:solidFill>
                <a:latin typeface="Trebuchet MS"/>
                <a:cs typeface="Trebuchet MS"/>
              </a:rPr>
              <a:t>o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motorista</a:t>
            </a:r>
            <a:r>
              <a:rPr sz="1150" spc="9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definir</a:t>
            </a:r>
            <a:r>
              <a:rPr sz="1150" spc="9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facilmente</a:t>
            </a:r>
            <a:r>
              <a:rPr sz="1150" spc="9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a</a:t>
            </a:r>
            <a:r>
              <a:rPr sz="1150" spc="9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quantidade</a:t>
            </a:r>
            <a:r>
              <a:rPr sz="1150" spc="9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de</a:t>
            </a:r>
            <a:r>
              <a:rPr sz="1150" spc="9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assentos</a:t>
            </a:r>
            <a:r>
              <a:rPr sz="1150" spc="9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AD1E6"/>
                </a:solidFill>
                <a:latin typeface="Trebuchet MS"/>
                <a:cs typeface="Trebuchet MS"/>
              </a:rPr>
              <a:t>livres,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otimizando</a:t>
            </a:r>
            <a:r>
              <a:rPr sz="1150" spc="7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a</a:t>
            </a:r>
            <a:r>
              <a:rPr sz="1150" spc="8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ocupação</a:t>
            </a:r>
            <a:r>
              <a:rPr sz="1150" spc="8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65" dirty="0">
                <a:solidFill>
                  <a:srgbClr val="DAD1E6"/>
                </a:solidFill>
                <a:latin typeface="Trebuchet MS"/>
                <a:cs typeface="Trebuchet MS"/>
              </a:rPr>
              <a:t>do</a:t>
            </a:r>
            <a:r>
              <a:rPr sz="1150" spc="8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AD1E6"/>
                </a:solidFill>
                <a:latin typeface="Trebuchet MS"/>
                <a:cs typeface="Trebuchet MS"/>
              </a:rPr>
              <a:t>veículo.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7375" y="3829494"/>
            <a:ext cx="3961129" cy="2959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50" b="1" spc="-45" dirty="0">
                <a:solidFill>
                  <a:srgbClr val="F94CAE"/>
                </a:solidFill>
                <a:latin typeface="Trebuchet MS"/>
                <a:cs typeface="Trebuchet MS"/>
              </a:rPr>
              <a:t>Ferramentas</a:t>
            </a:r>
            <a:r>
              <a:rPr sz="1750" b="1" spc="150" dirty="0">
                <a:solidFill>
                  <a:srgbClr val="F94CAE"/>
                </a:solidFill>
                <a:latin typeface="Trebuchet MS"/>
                <a:cs typeface="Trebuchet MS"/>
              </a:rPr>
              <a:t> </a:t>
            </a:r>
            <a:r>
              <a:rPr sz="1750" b="1" dirty="0">
                <a:solidFill>
                  <a:srgbClr val="F94CAE"/>
                </a:solidFill>
                <a:latin typeface="Trebuchet MS"/>
                <a:cs typeface="Trebuchet MS"/>
              </a:rPr>
              <a:t>e</a:t>
            </a:r>
            <a:r>
              <a:rPr sz="1750" b="1" spc="150" dirty="0">
                <a:solidFill>
                  <a:srgbClr val="F94CAE"/>
                </a:solidFill>
                <a:latin typeface="Trebuchet MS"/>
                <a:cs typeface="Trebuchet MS"/>
              </a:rPr>
              <a:t> </a:t>
            </a:r>
            <a:r>
              <a:rPr sz="1750" b="1" dirty="0">
                <a:solidFill>
                  <a:srgbClr val="F94CAE"/>
                </a:solidFill>
                <a:latin typeface="Trebuchet MS"/>
                <a:cs typeface="Trebuchet MS"/>
              </a:rPr>
              <a:t>Linguagens</a:t>
            </a:r>
            <a:r>
              <a:rPr sz="1750" b="1" spc="150" dirty="0">
                <a:solidFill>
                  <a:srgbClr val="F94CAE"/>
                </a:solidFill>
                <a:latin typeface="Trebuchet MS"/>
                <a:cs typeface="Trebuchet MS"/>
              </a:rPr>
              <a:t> </a:t>
            </a:r>
            <a:r>
              <a:rPr sz="1750" b="1" spc="65" dirty="0">
                <a:solidFill>
                  <a:srgbClr val="F94CAE"/>
                </a:solidFill>
                <a:latin typeface="Trebuchet MS"/>
                <a:cs typeface="Trebuchet MS"/>
              </a:rPr>
              <a:t>Utilizadas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19125" y="43910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2" y="0"/>
                </a:moveTo>
                <a:lnTo>
                  <a:pt x="20652" y="0"/>
                </a:lnTo>
                <a:lnTo>
                  <a:pt x="17616" y="609"/>
                </a:lnTo>
                <a:lnTo>
                  <a:pt x="0" y="20650"/>
                </a:lnTo>
                <a:lnTo>
                  <a:pt x="0" y="26974"/>
                </a:lnTo>
                <a:lnTo>
                  <a:pt x="20652" y="47625"/>
                </a:lnTo>
                <a:lnTo>
                  <a:pt x="26972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08" y="609"/>
                </a:lnTo>
                <a:lnTo>
                  <a:pt x="26972" y="0"/>
                </a:lnTo>
                <a:close/>
              </a:path>
            </a:pathLst>
          </a:custGeom>
          <a:solidFill>
            <a:srgbClr val="DAD1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19125" y="49244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2" y="0"/>
                </a:moveTo>
                <a:lnTo>
                  <a:pt x="20652" y="0"/>
                </a:lnTo>
                <a:lnTo>
                  <a:pt x="17616" y="609"/>
                </a:lnTo>
                <a:lnTo>
                  <a:pt x="0" y="20650"/>
                </a:lnTo>
                <a:lnTo>
                  <a:pt x="0" y="26974"/>
                </a:lnTo>
                <a:lnTo>
                  <a:pt x="20652" y="47625"/>
                </a:lnTo>
                <a:lnTo>
                  <a:pt x="26972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08" y="609"/>
                </a:lnTo>
                <a:lnTo>
                  <a:pt x="26972" y="0"/>
                </a:lnTo>
                <a:close/>
              </a:path>
            </a:pathLst>
          </a:custGeom>
          <a:solidFill>
            <a:srgbClr val="DAD1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19125" y="521017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2" y="0"/>
                </a:moveTo>
                <a:lnTo>
                  <a:pt x="20652" y="0"/>
                </a:lnTo>
                <a:lnTo>
                  <a:pt x="17616" y="609"/>
                </a:lnTo>
                <a:lnTo>
                  <a:pt x="0" y="20650"/>
                </a:lnTo>
                <a:lnTo>
                  <a:pt x="0" y="26974"/>
                </a:lnTo>
                <a:lnTo>
                  <a:pt x="20652" y="47625"/>
                </a:lnTo>
                <a:lnTo>
                  <a:pt x="26972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08" y="609"/>
                </a:lnTo>
                <a:lnTo>
                  <a:pt x="26972" y="0"/>
                </a:lnTo>
                <a:close/>
              </a:path>
            </a:pathLst>
          </a:custGeom>
          <a:solidFill>
            <a:srgbClr val="DAD1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19125" y="550545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2" y="0"/>
                </a:moveTo>
                <a:lnTo>
                  <a:pt x="20652" y="0"/>
                </a:lnTo>
                <a:lnTo>
                  <a:pt x="17616" y="609"/>
                </a:lnTo>
                <a:lnTo>
                  <a:pt x="0" y="20650"/>
                </a:lnTo>
                <a:lnTo>
                  <a:pt x="0" y="26974"/>
                </a:lnTo>
                <a:lnTo>
                  <a:pt x="20652" y="47625"/>
                </a:lnTo>
                <a:lnTo>
                  <a:pt x="26972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08" y="609"/>
                </a:lnTo>
                <a:lnTo>
                  <a:pt x="26972" y="0"/>
                </a:lnTo>
                <a:close/>
              </a:path>
            </a:pathLst>
          </a:custGeom>
          <a:solidFill>
            <a:srgbClr val="DAD1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19125" y="5800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2" y="0"/>
                </a:moveTo>
                <a:lnTo>
                  <a:pt x="20652" y="0"/>
                </a:lnTo>
                <a:lnTo>
                  <a:pt x="17616" y="609"/>
                </a:lnTo>
                <a:lnTo>
                  <a:pt x="0" y="20650"/>
                </a:lnTo>
                <a:lnTo>
                  <a:pt x="0" y="26974"/>
                </a:lnTo>
                <a:lnTo>
                  <a:pt x="20652" y="47625"/>
                </a:lnTo>
                <a:lnTo>
                  <a:pt x="26972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08" y="609"/>
                </a:lnTo>
                <a:lnTo>
                  <a:pt x="26972" y="0"/>
                </a:lnTo>
                <a:close/>
              </a:path>
            </a:pathLst>
          </a:custGeom>
          <a:solidFill>
            <a:srgbClr val="DAD1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19125" y="63341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2" y="0"/>
                </a:moveTo>
                <a:lnTo>
                  <a:pt x="20652" y="0"/>
                </a:lnTo>
                <a:lnTo>
                  <a:pt x="17616" y="609"/>
                </a:lnTo>
                <a:lnTo>
                  <a:pt x="0" y="20650"/>
                </a:lnTo>
                <a:lnTo>
                  <a:pt x="0" y="26974"/>
                </a:lnTo>
                <a:lnTo>
                  <a:pt x="20652" y="47625"/>
                </a:lnTo>
                <a:lnTo>
                  <a:pt x="26972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50"/>
                </a:lnTo>
                <a:lnTo>
                  <a:pt x="30008" y="609"/>
                </a:lnTo>
                <a:lnTo>
                  <a:pt x="26972" y="0"/>
                </a:lnTo>
                <a:close/>
              </a:path>
            </a:pathLst>
          </a:custGeom>
          <a:solidFill>
            <a:srgbClr val="DAD1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26987" y="4246403"/>
            <a:ext cx="4657725" cy="24447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840740">
              <a:lnSpc>
                <a:spcPct val="135900"/>
              </a:lnSpc>
              <a:spcBef>
                <a:spcPts val="90"/>
              </a:spcBef>
            </a:pPr>
            <a:r>
              <a:rPr sz="1150" b="1" dirty="0">
                <a:solidFill>
                  <a:srgbClr val="DAD1E6"/>
                </a:solidFill>
                <a:latin typeface="Trebuchet MS"/>
                <a:cs typeface="Trebuchet MS"/>
              </a:rPr>
              <a:t>React</a:t>
            </a:r>
            <a:r>
              <a:rPr sz="1150" b="1" spc="1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b="1" spc="-20" dirty="0">
                <a:solidFill>
                  <a:srgbClr val="DAD1E6"/>
                </a:solidFill>
                <a:latin typeface="Trebuchet MS"/>
                <a:cs typeface="Trebuchet MS"/>
              </a:rPr>
              <a:t>Native:</a:t>
            </a:r>
            <a:r>
              <a:rPr sz="1150" b="1" spc="6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Framework</a:t>
            </a:r>
            <a:r>
              <a:rPr sz="1150" spc="6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robusto</a:t>
            </a:r>
            <a:r>
              <a:rPr sz="1150" spc="6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para</a:t>
            </a:r>
            <a:r>
              <a:rPr sz="1150" spc="6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AD1E6"/>
                </a:solidFill>
                <a:latin typeface="Trebuchet MS"/>
                <a:cs typeface="Trebuchet MS"/>
              </a:rPr>
              <a:t>desenvolvimento multiplataforma.</a:t>
            </a:r>
            <a:endParaRPr sz="1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1150" b="1" spc="-30" dirty="0">
                <a:solidFill>
                  <a:srgbClr val="DAD1E6"/>
                </a:solidFill>
                <a:latin typeface="Trebuchet MS"/>
                <a:cs typeface="Trebuchet MS"/>
              </a:rPr>
              <a:t>Expo:</a:t>
            </a:r>
            <a:r>
              <a:rPr sz="1150" b="1" spc="7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Simplifica</a:t>
            </a:r>
            <a:r>
              <a:rPr sz="1150" spc="8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70" dirty="0">
                <a:solidFill>
                  <a:srgbClr val="DAD1E6"/>
                </a:solidFill>
                <a:latin typeface="Trebuchet MS"/>
                <a:cs typeface="Trebuchet MS"/>
              </a:rPr>
              <a:t>o</a:t>
            </a:r>
            <a:r>
              <a:rPr sz="1150" spc="8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desenvolvimento,</a:t>
            </a:r>
            <a:r>
              <a:rPr sz="1150" spc="7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testes</a:t>
            </a:r>
            <a:r>
              <a:rPr sz="1150" spc="8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e</a:t>
            </a:r>
            <a:r>
              <a:rPr sz="1150" spc="8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deploy</a:t>
            </a:r>
            <a:r>
              <a:rPr sz="1150" spc="7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65" dirty="0">
                <a:solidFill>
                  <a:srgbClr val="DAD1E6"/>
                </a:solidFill>
                <a:latin typeface="Trebuchet MS"/>
                <a:cs typeface="Trebuchet MS"/>
              </a:rPr>
              <a:t>do</a:t>
            </a:r>
            <a:r>
              <a:rPr sz="1150" spc="8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AD1E6"/>
                </a:solidFill>
                <a:latin typeface="Trebuchet MS"/>
                <a:cs typeface="Trebuchet MS"/>
              </a:rPr>
              <a:t>aplicativo.</a:t>
            </a:r>
            <a:endParaRPr sz="1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1150" b="1" spc="-30" dirty="0">
                <a:solidFill>
                  <a:srgbClr val="DAD1E6"/>
                </a:solidFill>
                <a:latin typeface="Trebuchet MS"/>
                <a:cs typeface="Trebuchet MS"/>
              </a:rPr>
              <a:t>JavaScript:</a:t>
            </a:r>
            <a:r>
              <a:rPr sz="1150" b="1" spc="10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Linguagem</a:t>
            </a:r>
            <a:r>
              <a:rPr sz="1150" spc="11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principal</a:t>
            </a:r>
            <a:r>
              <a:rPr sz="1150" spc="10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de</a:t>
            </a:r>
            <a:r>
              <a:rPr sz="1150" spc="11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AD1E6"/>
                </a:solidFill>
                <a:latin typeface="Trebuchet MS"/>
                <a:cs typeface="Trebuchet MS"/>
              </a:rPr>
              <a:t>programação.</a:t>
            </a:r>
            <a:endParaRPr sz="1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1150" b="1" dirty="0">
                <a:solidFill>
                  <a:srgbClr val="DAD1E6"/>
                </a:solidFill>
                <a:latin typeface="Trebuchet MS"/>
                <a:cs typeface="Trebuchet MS"/>
              </a:rPr>
              <a:t>React</a:t>
            </a:r>
            <a:r>
              <a:rPr sz="1150" b="1" spc="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b="1" dirty="0">
                <a:solidFill>
                  <a:srgbClr val="DAD1E6"/>
                </a:solidFill>
                <a:latin typeface="Trebuchet MS"/>
                <a:cs typeface="Trebuchet MS"/>
              </a:rPr>
              <a:t>Navigation:</a:t>
            </a:r>
            <a:r>
              <a:rPr sz="1150" b="1" spc="5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Gerenciamento</a:t>
            </a:r>
            <a:r>
              <a:rPr sz="1150" spc="5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de</a:t>
            </a:r>
            <a:r>
              <a:rPr sz="1150" spc="5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rotas</a:t>
            </a:r>
            <a:r>
              <a:rPr sz="1150" spc="5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e</a:t>
            </a:r>
            <a:r>
              <a:rPr sz="1150" spc="5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navegação</a:t>
            </a:r>
            <a:r>
              <a:rPr sz="1150" spc="5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entre</a:t>
            </a:r>
            <a:r>
              <a:rPr sz="1150" spc="5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AD1E6"/>
                </a:solidFill>
                <a:latin typeface="Trebuchet MS"/>
                <a:cs typeface="Trebuchet MS"/>
              </a:rPr>
              <a:t>telas.</a:t>
            </a:r>
            <a:endParaRPr sz="1150">
              <a:latin typeface="Trebuchet MS"/>
              <a:cs typeface="Trebuchet MS"/>
            </a:endParaRPr>
          </a:p>
          <a:p>
            <a:pPr marL="12700" marR="5080">
              <a:lnSpc>
                <a:spcPct val="135900"/>
              </a:lnSpc>
              <a:spcBef>
                <a:spcPts val="450"/>
              </a:spcBef>
            </a:pPr>
            <a:r>
              <a:rPr sz="1150" b="1" dirty="0">
                <a:solidFill>
                  <a:srgbClr val="DAD1E6"/>
                </a:solidFill>
                <a:latin typeface="Trebuchet MS"/>
                <a:cs typeface="Trebuchet MS"/>
              </a:rPr>
              <a:t>@react-native-</a:t>
            </a:r>
            <a:r>
              <a:rPr sz="1150" b="1" spc="-10" dirty="0">
                <a:solidFill>
                  <a:srgbClr val="DAD1E6"/>
                </a:solidFill>
                <a:latin typeface="Trebuchet MS"/>
                <a:cs typeface="Trebuchet MS"/>
              </a:rPr>
              <a:t>picker/picker:</a:t>
            </a:r>
            <a:r>
              <a:rPr sz="1150" b="1" spc="19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Componente</a:t>
            </a:r>
            <a:r>
              <a:rPr sz="1150" spc="19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para</a:t>
            </a:r>
            <a:r>
              <a:rPr sz="1150" spc="19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seleções</a:t>
            </a:r>
            <a:r>
              <a:rPr sz="1150" spc="19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AD1E6"/>
                </a:solidFill>
                <a:latin typeface="Trebuchet MS"/>
                <a:cs typeface="Trebuchet MS"/>
              </a:rPr>
              <a:t>interativas (dropdowns).</a:t>
            </a:r>
            <a:endParaRPr sz="1150">
              <a:latin typeface="Trebuchet MS"/>
              <a:cs typeface="Trebuchet MS"/>
            </a:endParaRPr>
          </a:p>
          <a:p>
            <a:pPr marL="12700" marR="460375">
              <a:lnSpc>
                <a:spcPct val="135900"/>
              </a:lnSpc>
              <a:spcBef>
                <a:spcPts val="450"/>
              </a:spcBef>
            </a:pPr>
            <a:r>
              <a:rPr sz="1150" b="1" dirty="0">
                <a:solidFill>
                  <a:srgbClr val="DAD1E6"/>
                </a:solidFill>
                <a:latin typeface="Trebuchet MS"/>
                <a:cs typeface="Trebuchet MS"/>
              </a:rPr>
              <a:t>React</a:t>
            </a:r>
            <a:r>
              <a:rPr sz="1150" b="1" spc="4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b="1" dirty="0">
                <a:solidFill>
                  <a:srgbClr val="DAD1E6"/>
                </a:solidFill>
                <a:latin typeface="Trebuchet MS"/>
                <a:cs typeface="Trebuchet MS"/>
              </a:rPr>
              <a:t>Native</a:t>
            </a:r>
            <a:r>
              <a:rPr sz="1150" b="1" spc="4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b="1" dirty="0">
                <a:solidFill>
                  <a:srgbClr val="DAD1E6"/>
                </a:solidFill>
                <a:latin typeface="Trebuchet MS"/>
                <a:cs typeface="Trebuchet MS"/>
              </a:rPr>
              <a:t>Calendars:</a:t>
            </a:r>
            <a:r>
              <a:rPr sz="1150" b="1" spc="9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Para</a:t>
            </a:r>
            <a:r>
              <a:rPr sz="1150" spc="9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funcionalidades</a:t>
            </a:r>
            <a:r>
              <a:rPr sz="1150" spc="9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de</a:t>
            </a:r>
            <a:r>
              <a:rPr sz="1150" spc="9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calendário</a:t>
            </a:r>
            <a:r>
              <a:rPr sz="1150" spc="9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-50" dirty="0">
                <a:solidFill>
                  <a:srgbClr val="DAD1E6"/>
                </a:solidFill>
                <a:latin typeface="Trebuchet MS"/>
                <a:cs typeface="Trebuchet MS"/>
              </a:rPr>
              <a:t>e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seleção</a:t>
            </a:r>
            <a:r>
              <a:rPr sz="1150" spc="10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de</a:t>
            </a:r>
            <a:r>
              <a:rPr sz="1150" spc="10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AD1E6"/>
                </a:solidFill>
                <a:latin typeface="Trebuchet MS"/>
                <a:cs typeface="Trebuchet MS"/>
              </a:rPr>
              <a:t>datas.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210675" y="2314575"/>
            <a:ext cx="1543050" cy="209550"/>
          </a:xfrm>
          <a:custGeom>
            <a:avLst/>
            <a:gdLst/>
            <a:ahLst/>
            <a:cxnLst/>
            <a:rect l="l" t="t" r="r" b="b"/>
            <a:pathLst>
              <a:path w="1543050" h="209550">
                <a:moveTo>
                  <a:pt x="1526781" y="0"/>
                </a:moveTo>
                <a:lnTo>
                  <a:pt x="16268" y="0"/>
                </a:lnTo>
                <a:lnTo>
                  <a:pt x="13868" y="469"/>
                </a:lnTo>
                <a:lnTo>
                  <a:pt x="0" y="16268"/>
                </a:lnTo>
                <a:lnTo>
                  <a:pt x="0" y="190792"/>
                </a:lnTo>
                <a:lnTo>
                  <a:pt x="0" y="193281"/>
                </a:lnTo>
                <a:lnTo>
                  <a:pt x="16268" y="209550"/>
                </a:lnTo>
                <a:lnTo>
                  <a:pt x="1526781" y="209550"/>
                </a:lnTo>
                <a:lnTo>
                  <a:pt x="1543050" y="193281"/>
                </a:lnTo>
                <a:lnTo>
                  <a:pt x="1543050" y="16268"/>
                </a:lnTo>
                <a:lnTo>
                  <a:pt x="1529168" y="469"/>
                </a:lnTo>
                <a:lnTo>
                  <a:pt x="1526781" y="0"/>
                </a:lnTo>
                <a:close/>
              </a:path>
            </a:pathLst>
          </a:custGeom>
          <a:solidFill>
            <a:srgbClr val="3022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953625" y="2847975"/>
            <a:ext cx="790575" cy="209550"/>
          </a:xfrm>
          <a:custGeom>
            <a:avLst/>
            <a:gdLst/>
            <a:ahLst/>
            <a:cxnLst/>
            <a:rect l="l" t="t" r="r" b="b"/>
            <a:pathLst>
              <a:path w="790575" h="209550">
                <a:moveTo>
                  <a:pt x="774306" y="0"/>
                </a:moveTo>
                <a:lnTo>
                  <a:pt x="16268" y="0"/>
                </a:lnTo>
                <a:lnTo>
                  <a:pt x="13868" y="469"/>
                </a:lnTo>
                <a:lnTo>
                  <a:pt x="0" y="16268"/>
                </a:lnTo>
                <a:lnTo>
                  <a:pt x="0" y="190792"/>
                </a:lnTo>
                <a:lnTo>
                  <a:pt x="0" y="193281"/>
                </a:lnTo>
                <a:lnTo>
                  <a:pt x="16268" y="209550"/>
                </a:lnTo>
                <a:lnTo>
                  <a:pt x="774306" y="209550"/>
                </a:lnTo>
                <a:lnTo>
                  <a:pt x="790575" y="193281"/>
                </a:lnTo>
                <a:lnTo>
                  <a:pt x="790575" y="16268"/>
                </a:lnTo>
                <a:lnTo>
                  <a:pt x="776693" y="469"/>
                </a:lnTo>
                <a:lnTo>
                  <a:pt x="774306" y="0"/>
                </a:lnTo>
                <a:close/>
              </a:path>
            </a:pathLst>
          </a:custGeom>
          <a:solidFill>
            <a:srgbClr val="3022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162675" y="375285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47625" y="26974"/>
                </a:lnTo>
                <a:lnTo>
                  <a:pt x="47015" y="30010"/>
                </a:lnTo>
                <a:lnTo>
                  <a:pt x="45808" y="32918"/>
                </a:lnTo>
                <a:lnTo>
                  <a:pt x="44602" y="35839"/>
                </a:lnTo>
                <a:lnTo>
                  <a:pt x="26962" y="47625"/>
                </a:lnTo>
                <a:lnTo>
                  <a:pt x="23812" y="47625"/>
                </a:lnTo>
                <a:lnTo>
                  <a:pt x="20650" y="47625"/>
                </a:lnTo>
                <a:lnTo>
                  <a:pt x="1816" y="32918"/>
                </a:lnTo>
                <a:lnTo>
                  <a:pt x="609" y="30010"/>
                </a:lnTo>
                <a:lnTo>
                  <a:pt x="0" y="26974"/>
                </a:lnTo>
                <a:lnTo>
                  <a:pt x="0" y="23812"/>
                </a:lnTo>
                <a:lnTo>
                  <a:pt x="0" y="20650"/>
                </a:lnTo>
                <a:lnTo>
                  <a:pt x="6972" y="6972"/>
                </a:lnTo>
                <a:lnTo>
                  <a:pt x="9207" y="4737"/>
                </a:lnTo>
                <a:lnTo>
                  <a:pt x="11785" y="3022"/>
                </a:lnTo>
                <a:lnTo>
                  <a:pt x="14693" y="1803"/>
                </a:lnTo>
                <a:lnTo>
                  <a:pt x="17614" y="609"/>
                </a:lnTo>
                <a:lnTo>
                  <a:pt x="20650" y="0"/>
                </a:lnTo>
                <a:lnTo>
                  <a:pt x="23812" y="0"/>
                </a:lnTo>
                <a:lnTo>
                  <a:pt x="26962" y="0"/>
                </a:lnTo>
                <a:lnTo>
                  <a:pt x="40652" y="6972"/>
                </a:lnTo>
                <a:lnTo>
                  <a:pt x="42887" y="9207"/>
                </a:lnTo>
                <a:lnTo>
                  <a:pt x="44602" y="11785"/>
                </a:lnTo>
                <a:lnTo>
                  <a:pt x="45808" y="14693"/>
                </a:lnTo>
                <a:lnTo>
                  <a:pt x="47015" y="17614"/>
                </a:lnTo>
                <a:lnTo>
                  <a:pt x="47625" y="20650"/>
                </a:lnTo>
                <a:lnTo>
                  <a:pt x="47625" y="23812"/>
                </a:lnTo>
                <a:close/>
              </a:path>
            </a:pathLst>
          </a:custGeom>
          <a:ln w="9525">
            <a:solidFill>
              <a:srgbClr val="DAD1E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610475" y="3667125"/>
            <a:ext cx="2571750" cy="209550"/>
          </a:xfrm>
          <a:custGeom>
            <a:avLst/>
            <a:gdLst/>
            <a:ahLst/>
            <a:cxnLst/>
            <a:rect l="l" t="t" r="r" b="b"/>
            <a:pathLst>
              <a:path w="2571750" h="209550">
                <a:moveTo>
                  <a:pt x="2555481" y="0"/>
                </a:moveTo>
                <a:lnTo>
                  <a:pt x="16268" y="0"/>
                </a:lnTo>
                <a:lnTo>
                  <a:pt x="13868" y="469"/>
                </a:lnTo>
                <a:lnTo>
                  <a:pt x="0" y="16268"/>
                </a:lnTo>
                <a:lnTo>
                  <a:pt x="0" y="190792"/>
                </a:lnTo>
                <a:lnTo>
                  <a:pt x="0" y="193281"/>
                </a:lnTo>
                <a:lnTo>
                  <a:pt x="16268" y="209550"/>
                </a:lnTo>
                <a:lnTo>
                  <a:pt x="2555481" y="209550"/>
                </a:lnTo>
                <a:lnTo>
                  <a:pt x="2571750" y="193281"/>
                </a:lnTo>
                <a:lnTo>
                  <a:pt x="2571750" y="16268"/>
                </a:lnTo>
                <a:lnTo>
                  <a:pt x="2557868" y="469"/>
                </a:lnTo>
                <a:lnTo>
                  <a:pt x="2555481" y="0"/>
                </a:lnTo>
                <a:close/>
              </a:path>
            </a:pathLst>
          </a:custGeom>
          <a:solidFill>
            <a:srgbClr val="3022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162675" y="40481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47625" y="26974"/>
                </a:lnTo>
                <a:lnTo>
                  <a:pt x="47015" y="30010"/>
                </a:lnTo>
                <a:lnTo>
                  <a:pt x="45808" y="32918"/>
                </a:lnTo>
                <a:lnTo>
                  <a:pt x="44602" y="35839"/>
                </a:lnTo>
                <a:lnTo>
                  <a:pt x="26962" y="47625"/>
                </a:lnTo>
                <a:lnTo>
                  <a:pt x="23812" y="47625"/>
                </a:lnTo>
                <a:lnTo>
                  <a:pt x="20650" y="47625"/>
                </a:lnTo>
                <a:lnTo>
                  <a:pt x="1816" y="32918"/>
                </a:lnTo>
                <a:lnTo>
                  <a:pt x="609" y="30010"/>
                </a:lnTo>
                <a:lnTo>
                  <a:pt x="0" y="26974"/>
                </a:lnTo>
                <a:lnTo>
                  <a:pt x="0" y="23812"/>
                </a:lnTo>
                <a:lnTo>
                  <a:pt x="0" y="20650"/>
                </a:lnTo>
                <a:lnTo>
                  <a:pt x="6972" y="6972"/>
                </a:lnTo>
                <a:lnTo>
                  <a:pt x="9207" y="4737"/>
                </a:lnTo>
                <a:lnTo>
                  <a:pt x="11785" y="3022"/>
                </a:lnTo>
                <a:lnTo>
                  <a:pt x="14693" y="1803"/>
                </a:lnTo>
                <a:lnTo>
                  <a:pt x="17614" y="609"/>
                </a:lnTo>
                <a:lnTo>
                  <a:pt x="20650" y="0"/>
                </a:lnTo>
                <a:lnTo>
                  <a:pt x="23812" y="0"/>
                </a:lnTo>
                <a:lnTo>
                  <a:pt x="26962" y="0"/>
                </a:lnTo>
                <a:lnTo>
                  <a:pt x="40652" y="6972"/>
                </a:lnTo>
                <a:lnTo>
                  <a:pt x="42887" y="9207"/>
                </a:lnTo>
                <a:lnTo>
                  <a:pt x="44602" y="11785"/>
                </a:lnTo>
                <a:lnTo>
                  <a:pt x="45808" y="14693"/>
                </a:lnTo>
                <a:lnTo>
                  <a:pt x="47015" y="17614"/>
                </a:lnTo>
                <a:lnTo>
                  <a:pt x="47625" y="20650"/>
                </a:lnTo>
                <a:lnTo>
                  <a:pt x="47625" y="23812"/>
                </a:lnTo>
                <a:close/>
              </a:path>
            </a:pathLst>
          </a:custGeom>
          <a:ln w="9525">
            <a:solidFill>
              <a:srgbClr val="DAD1E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381750" y="3962400"/>
            <a:ext cx="4105275" cy="447675"/>
          </a:xfrm>
          <a:custGeom>
            <a:avLst/>
            <a:gdLst/>
            <a:ahLst/>
            <a:cxnLst/>
            <a:rect l="l" t="t" r="r" b="b"/>
            <a:pathLst>
              <a:path w="4105275" h="447675">
                <a:moveTo>
                  <a:pt x="3162300" y="254393"/>
                </a:moveTo>
                <a:lnTo>
                  <a:pt x="3146031" y="238125"/>
                </a:lnTo>
                <a:lnTo>
                  <a:pt x="16268" y="238125"/>
                </a:lnTo>
                <a:lnTo>
                  <a:pt x="0" y="254393"/>
                </a:lnTo>
                <a:lnTo>
                  <a:pt x="0" y="428917"/>
                </a:lnTo>
                <a:lnTo>
                  <a:pt x="0" y="431406"/>
                </a:lnTo>
                <a:lnTo>
                  <a:pt x="16268" y="447675"/>
                </a:lnTo>
                <a:lnTo>
                  <a:pt x="3146031" y="447675"/>
                </a:lnTo>
                <a:lnTo>
                  <a:pt x="3162300" y="431406"/>
                </a:lnTo>
                <a:lnTo>
                  <a:pt x="3162300" y="254393"/>
                </a:lnTo>
                <a:close/>
              </a:path>
              <a:path w="4105275" h="447675">
                <a:moveTo>
                  <a:pt x="4105275" y="16268"/>
                </a:moveTo>
                <a:lnTo>
                  <a:pt x="4089006" y="0"/>
                </a:lnTo>
                <a:lnTo>
                  <a:pt x="2892818" y="0"/>
                </a:lnTo>
                <a:lnTo>
                  <a:pt x="2876550" y="16268"/>
                </a:lnTo>
                <a:lnTo>
                  <a:pt x="2876550" y="190792"/>
                </a:lnTo>
                <a:lnTo>
                  <a:pt x="2876550" y="193281"/>
                </a:lnTo>
                <a:lnTo>
                  <a:pt x="2892818" y="209550"/>
                </a:lnTo>
                <a:lnTo>
                  <a:pt x="4089006" y="209550"/>
                </a:lnTo>
                <a:lnTo>
                  <a:pt x="4105275" y="193281"/>
                </a:lnTo>
                <a:lnTo>
                  <a:pt x="4105275" y="16268"/>
                </a:lnTo>
                <a:close/>
              </a:path>
            </a:pathLst>
          </a:custGeom>
          <a:solidFill>
            <a:srgbClr val="3022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162675" y="45815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47625" y="26974"/>
                </a:lnTo>
                <a:lnTo>
                  <a:pt x="47015" y="30010"/>
                </a:lnTo>
                <a:lnTo>
                  <a:pt x="45808" y="32918"/>
                </a:lnTo>
                <a:lnTo>
                  <a:pt x="44602" y="35839"/>
                </a:lnTo>
                <a:lnTo>
                  <a:pt x="26962" y="47625"/>
                </a:lnTo>
                <a:lnTo>
                  <a:pt x="23812" y="47625"/>
                </a:lnTo>
                <a:lnTo>
                  <a:pt x="20650" y="47625"/>
                </a:lnTo>
                <a:lnTo>
                  <a:pt x="1816" y="32918"/>
                </a:lnTo>
                <a:lnTo>
                  <a:pt x="609" y="30010"/>
                </a:lnTo>
                <a:lnTo>
                  <a:pt x="0" y="26974"/>
                </a:lnTo>
                <a:lnTo>
                  <a:pt x="0" y="23812"/>
                </a:lnTo>
                <a:lnTo>
                  <a:pt x="0" y="20650"/>
                </a:lnTo>
                <a:lnTo>
                  <a:pt x="6972" y="6972"/>
                </a:lnTo>
                <a:lnTo>
                  <a:pt x="9207" y="4737"/>
                </a:lnTo>
                <a:lnTo>
                  <a:pt x="11785" y="3022"/>
                </a:lnTo>
                <a:lnTo>
                  <a:pt x="14693" y="1803"/>
                </a:lnTo>
                <a:lnTo>
                  <a:pt x="17614" y="609"/>
                </a:lnTo>
                <a:lnTo>
                  <a:pt x="20650" y="0"/>
                </a:lnTo>
                <a:lnTo>
                  <a:pt x="23812" y="0"/>
                </a:lnTo>
                <a:lnTo>
                  <a:pt x="26962" y="0"/>
                </a:lnTo>
                <a:lnTo>
                  <a:pt x="40652" y="6972"/>
                </a:lnTo>
                <a:lnTo>
                  <a:pt x="42887" y="9207"/>
                </a:lnTo>
                <a:lnTo>
                  <a:pt x="44602" y="11785"/>
                </a:lnTo>
                <a:lnTo>
                  <a:pt x="45808" y="14693"/>
                </a:lnTo>
                <a:lnTo>
                  <a:pt x="47015" y="17614"/>
                </a:lnTo>
                <a:lnTo>
                  <a:pt x="47625" y="20650"/>
                </a:lnTo>
                <a:lnTo>
                  <a:pt x="47625" y="23812"/>
                </a:lnTo>
                <a:close/>
              </a:path>
            </a:pathLst>
          </a:custGeom>
          <a:ln w="9525">
            <a:solidFill>
              <a:srgbClr val="DAD1E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886575" y="4495800"/>
            <a:ext cx="2743200" cy="209550"/>
          </a:xfrm>
          <a:custGeom>
            <a:avLst/>
            <a:gdLst/>
            <a:ahLst/>
            <a:cxnLst/>
            <a:rect l="l" t="t" r="r" b="b"/>
            <a:pathLst>
              <a:path w="2743200" h="209550">
                <a:moveTo>
                  <a:pt x="2726931" y="0"/>
                </a:moveTo>
                <a:lnTo>
                  <a:pt x="16268" y="0"/>
                </a:lnTo>
                <a:lnTo>
                  <a:pt x="13868" y="469"/>
                </a:lnTo>
                <a:lnTo>
                  <a:pt x="0" y="16268"/>
                </a:lnTo>
                <a:lnTo>
                  <a:pt x="0" y="190792"/>
                </a:lnTo>
                <a:lnTo>
                  <a:pt x="0" y="193281"/>
                </a:lnTo>
                <a:lnTo>
                  <a:pt x="16268" y="209550"/>
                </a:lnTo>
                <a:lnTo>
                  <a:pt x="2726931" y="209550"/>
                </a:lnTo>
                <a:lnTo>
                  <a:pt x="2743200" y="193281"/>
                </a:lnTo>
                <a:lnTo>
                  <a:pt x="2743200" y="16268"/>
                </a:lnTo>
                <a:lnTo>
                  <a:pt x="2729318" y="469"/>
                </a:lnTo>
                <a:lnTo>
                  <a:pt x="2726931" y="0"/>
                </a:lnTo>
                <a:close/>
              </a:path>
            </a:pathLst>
          </a:custGeom>
          <a:solidFill>
            <a:srgbClr val="3022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162675" y="486727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47625" y="26974"/>
                </a:lnTo>
                <a:lnTo>
                  <a:pt x="47015" y="30010"/>
                </a:lnTo>
                <a:lnTo>
                  <a:pt x="45808" y="32918"/>
                </a:lnTo>
                <a:lnTo>
                  <a:pt x="44602" y="35839"/>
                </a:lnTo>
                <a:lnTo>
                  <a:pt x="26962" y="47625"/>
                </a:lnTo>
                <a:lnTo>
                  <a:pt x="23812" y="47625"/>
                </a:lnTo>
                <a:lnTo>
                  <a:pt x="20650" y="47625"/>
                </a:lnTo>
                <a:lnTo>
                  <a:pt x="1816" y="32918"/>
                </a:lnTo>
                <a:lnTo>
                  <a:pt x="609" y="30010"/>
                </a:lnTo>
                <a:lnTo>
                  <a:pt x="0" y="26974"/>
                </a:lnTo>
                <a:lnTo>
                  <a:pt x="0" y="23812"/>
                </a:lnTo>
                <a:lnTo>
                  <a:pt x="0" y="20650"/>
                </a:lnTo>
                <a:lnTo>
                  <a:pt x="6972" y="6972"/>
                </a:lnTo>
                <a:lnTo>
                  <a:pt x="9207" y="4737"/>
                </a:lnTo>
                <a:lnTo>
                  <a:pt x="11785" y="3022"/>
                </a:lnTo>
                <a:lnTo>
                  <a:pt x="14693" y="1803"/>
                </a:lnTo>
                <a:lnTo>
                  <a:pt x="17614" y="609"/>
                </a:lnTo>
                <a:lnTo>
                  <a:pt x="20650" y="0"/>
                </a:lnTo>
                <a:lnTo>
                  <a:pt x="23812" y="0"/>
                </a:lnTo>
                <a:lnTo>
                  <a:pt x="26962" y="0"/>
                </a:lnTo>
                <a:lnTo>
                  <a:pt x="40652" y="6972"/>
                </a:lnTo>
                <a:lnTo>
                  <a:pt x="42887" y="9207"/>
                </a:lnTo>
                <a:lnTo>
                  <a:pt x="44602" y="11785"/>
                </a:lnTo>
                <a:lnTo>
                  <a:pt x="45808" y="14693"/>
                </a:lnTo>
                <a:lnTo>
                  <a:pt x="47015" y="17614"/>
                </a:lnTo>
                <a:lnTo>
                  <a:pt x="47625" y="20650"/>
                </a:lnTo>
                <a:lnTo>
                  <a:pt x="47625" y="23812"/>
                </a:lnTo>
                <a:close/>
              </a:path>
            </a:pathLst>
          </a:custGeom>
          <a:ln w="9525">
            <a:solidFill>
              <a:srgbClr val="DAD1E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029575" y="4781550"/>
            <a:ext cx="2390775" cy="209550"/>
          </a:xfrm>
          <a:custGeom>
            <a:avLst/>
            <a:gdLst/>
            <a:ahLst/>
            <a:cxnLst/>
            <a:rect l="l" t="t" r="r" b="b"/>
            <a:pathLst>
              <a:path w="2390775" h="209550">
                <a:moveTo>
                  <a:pt x="2374506" y="0"/>
                </a:moveTo>
                <a:lnTo>
                  <a:pt x="16268" y="0"/>
                </a:lnTo>
                <a:lnTo>
                  <a:pt x="13868" y="469"/>
                </a:lnTo>
                <a:lnTo>
                  <a:pt x="0" y="16268"/>
                </a:lnTo>
                <a:lnTo>
                  <a:pt x="0" y="190792"/>
                </a:lnTo>
                <a:lnTo>
                  <a:pt x="0" y="193281"/>
                </a:lnTo>
                <a:lnTo>
                  <a:pt x="16268" y="209550"/>
                </a:lnTo>
                <a:lnTo>
                  <a:pt x="2374506" y="209550"/>
                </a:lnTo>
                <a:lnTo>
                  <a:pt x="2390775" y="193281"/>
                </a:lnTo>
                <a:lnTo>
                  <a:pt x="2390775" y="16268"/>
                </a:lnTo>
                <a:lnTo>
                  <a:pt x="2376893" y="469"/>
                </a:lnTo>
                <a:lnTo>
                  <a:pt x="2374506" y="0"/>
                </a:lnTo>
                <a:close/>
              </a:path>
            </a:pathLst>
          </a:custGeom>
          <a:solidFill>
            <a:srgbClr val="3022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9477375" y="5076825"/>
            <a:ext cx="1152525" cy="209550"/>
          </a:xfrm>
          <a:custGeom>
            <a:avLst/>
            <a:gdLst/>
            <a:ahLst/>
            <a:cxnLst/>
            <a:rect l="l" t="t" r="r" b="b"/>
            <a:pathLst>
              <a:path w="1152525" h="209550">
                <a:moveTo>
                  <a:pt x="1136256" y="0"/>
                </a:moveTo>
                <a:lnTo>
                  <a:pt x="16268" y="0"/>
                </a:lnTo>
                <a:lnTo>
                  <a:pt x="13868" y="469"/>
                </a:lnTo>
                <a:lnTo>
                  <a:pt x="0" y="16268"/>
                </a:lnTo>
                <a:lnTo>
                  <a:pt x="0" y="190792"/>
                </a:lnTo>
                <a:lnTo>
                  <a:pt x="0" y="193281"/>
                </a:lnTo>
                <a:lnTo>
                  <a:pt x="16268" y="209550"/>
                </a:lnTo>
                <a:lnTo>
                  <a:pt x="1136256" y="209550"/>
                </a:lnTo>
                <a:lnTo>
                  <a:pt x="1152525" y="193281"/>
                </a:lnTo>
                <a:lnTo>
                  <a:pt x="1152525" y="16268"/>
                </a:lnTo>
                <a:lnTo>
                  <a:pt x="1138643" y="469"/>
                </a:lnTo>
                <a:lnTo>
                  <a:pt x="1136256" y="0"/>
                </a:lnTo>
                <a:close/>
              </a:path>
            </a:pathLst>
          </a:custGeom>
          <a:solidFill>
            <a:srgbClr val="3022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162675" y="54578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47625" y="26974"/>
                </a:lnTo>
                <a:lnTo>
                  <a:pt x="47015" y="30010"/>
                </a:lnTo>
                <a:lnTo>
                  <a:pt x="45808" y="32918"/>
                </a:lnTo>
                <a:lnTo>
                  <a:pt x="44602" y="35839"/>
                </a:lnTo>
                <a:lnTo>
                  <a:pt x="26962" y="47625"/>
                </a:lnTo>
                <a:lnTo>
                  <a:pt x="23812" y="47625"/>
                </a:lnTo>
                <a:lnTo>
                  <a:pt x="20650" y="47625"/>
                </a:lnTo>
                <a:lnTo>
                  <a:pt x="1816" y="32918"/>
                </a:lnTo>
                <a:lnTo>
                  <a:pt x="609" y="30010"/>
                </a:lnTo>
                <a:lnTo>
                  <a:pt x="0" y="26974"/>
                </a:lnTo>
                <a:lnTo>
                  <a:pt x="0" y="23812"/>
                </a:lnTo>
                <a:lnTo>
                  <a:pt x="0" y="20650"/>
                </a:lnTo>
                <a:lnTo>
                  <a:pt x="6972" y="6972"/>
                </a:lnTo>
                <a:lnTo>
                  <a:pt x="9207" y="4737"/>
                </a:lnTo>
                <a:lnTo>
                  <a:pt x="11785" y="3022"/>
                </a:lnTo>
                <a:lnTo>
                  <a:pt x="14693" y="1803"/>
                </a:lnTo>
                <a:lnTo>
                  <a:pt x="17614" y="609"/>
                </a:lnTo>
                <a:lnTo>
                  <a:pt x="20650" y="0"/>
                </a:lnTo>
                <a:lnTo>
                  <a:pt x="23812" y="0"/>
                </a:lnTo>
                <a:lnTo>
                  <a:pt x="26962" y="0"/>
                </a:lnTo>
                <a:lnTo>
                  <a:pt x="40652" y="6972"/>
                </a:lnTo>
                <a:lnTo>
                  <a:pt x="42887" y="9207"/>
                </a:lnTo>
                <a:lnTo>
                  <a:pt x="44602" y="11785"/>
                </a:lnTo>
                <a:lnTo>
                  <a:pt x="45808" y="14693"/>
                </a:lnTo>
                <a:lnTo>
                  <a:pt x="47015" y="17614"/>
                </a:lnTo>
                <a:lnTo>
                  <a:pt x="47625" y="20650"/>
                </a:lnTo>
                <a:lnTo>
                  <a:pt x="47625" y="23812"/>
                </a:lnTo>
                <a:close/>
              </a:path>
            </a:pathLst>
          </a:custGeom>
          <a:ln w="9525">
            <a:solidFill>
              <a:srgbClr val="DAD1E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143875" y="5372100"/>
            <a:ext cx="1466850" cy="209550"/>
          </a:xfrm>
          <a:custGeom>
            <a:avLst/>
            <a:gdLst/>
            <a:ahLst/>
            <a:cxnLst/>
            <a:rect l="l" t="t" r="r" b="b"/>
            <a:pathLst>
              <a:path w="1466850" h="209550">
                <a:moveTo>
                  <a:pt x="1450581" y="0"/>
                </a:moveTo>
                <a:lnTo>
                  <a:pt x="16268" y="0"/>
                </a:lnTo>
                <a:lnTo>
                  <a:pt x="13868" y="469"/>
                </a:lnTo>
                <a:lnTo>
                  <a:pt x="0" y="16268"/>
                </a:lnTo>
                <a:lnTo>
                  <a:pt x="0" y="190792"/>
                </a:lnTo>
                <a:lnTo>
                  <a:pt x="0" y="193281"/>
                </a:lnTo>
                <a:lnTo>
                  <a:pt x="16268" y="209550"/>
                </a:lnTo>
                <a:lnTo>
                  <a:pt x="1450581" y="209550"/>
                </a:lnTo>
                <a:lnTo>
                  <a:pt x="1466850" y="193281"/>
                </a:lnTo>
                <a:lnTo>
                  <a:pt x="1466850" y="16268"/>
                </a:lnTo>
                <a:lnTo>
                  <a:pt x="1452968" y="469"/>
                </a:lnTo>
                <a:lnTo>
                  <a:pt x="1450581" y="0"/>
                </a:lnTo>
                <a:close/>
              </a:path>
            </a:pathLst>
          </a:custGeom>
          <a:solidFill>
            <a:srgbClr val="3022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162675" y="574357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47625" y="26974"/>
                </a:lnTo>
                <a:lnTo>
                  <a:pt x="47015" y="30010"/>
                </a:lnTo>
                <a:lnTo>
                  <a:pt x="45808" y="32918"/>
                </a:lnTo>
                <a:lnTo>
                  <a:pt x="44602" y="35839"/>
                </a:lnTo>
                <a:lnTo>
                  <a:pt x="26962" y="47625"/>
                </a:lnTo>
                <a:lnTo>
                  <a:pt x="23812" y="47625"/>
                </a:lnTo>
                <a:lnTo>
                  <a:pt x="20650" y="47625"/>
                </a:lnTo>
                <a:lnTo>
                  <a:pt x="1816" y="32918"/>
                </a:lnTo>
                <a:lnTo>
                  <a:pt x="609" y="30010"/>
                </a:lnTo>
                <a:lnTo>
                  <a:pt x="0" y="26974"/>
                </a:lnTo>
                <a:lnTo>
                  <a:pt x="0" y="23812"/>
                </a:lnTo>
                <a:lnTo>
                  <a:pt x="0" y="20650"/>
                </a:lnTo>
                <a:lnTo>
                  <a:pt x="6972" y="6972"/>
                </a:lnTo>
                <a:lnTo>
                  <a:pt x="9207" y="4737"/>
                </a:lnTo>
                <a:lnTo>
                  <a:pt x="11785" y="3022"/>
                </a:lnTo>
                <a:lnTo>
                  <a:pt x="14693" y="1803"/>
                </a:lnTo>
                <a:lnTo>
                  <a:pt x="17614" y="609"/>
                </a:lnTo>
                <a:lnTo>
                  <a:pt x="20650" y="0"/>
                </a:lnTo>
                <a:lnTo>
                  <a:pt x="23812" y="0"/>
                </a:lnTo>
                <a:lnTo>
                  <a:pt x="26962" y="0"/>
                </a:lnTo>
                <a:lnTo>
                  <a:pt x="40652" y="6972"/>
                </a:lnTo>
                <a:lnTo>
                  <a:pt x="42887" y="9207"/>
                </a:lnTo>
                <a:lnTo>
                  <a:pt x="44602" y="11785"/>
                </a:lnTo>
                <a:lnTo>
                  <a:pt x="45808" y="14693"/>
                </a:lnTo>
                <a:lnTo>
                  <a:pt x="47015" y="17614"/>
                </a:lnTo>
                <a:lnTo>
                  <a:pt x="47625" y="20650"/>
                </a:lnTo>
                <a:lnTo>
                  <a:pt x="47625" y="23812"/>
                </a:lnTo>
                <a:close/>
              </a:path>
            </a:pathLst>
          </a:custGeom>
          <a:ln w="9525">
            <a:solidFill>
              <a:srgbClr val="DAD1E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381750" y="5657850"/>
            <a:ext cx="3171825" cy="457200"/>
          </a:xfrm>
          <a:custGeom>
            <a:avLst/>
            <a:gdLst/>
            <a:ahLst/>
            <a:cxnLst/>
            <a:rect l="l" t="t" r="r" b="b"/>
            <a:pathLst>
              <a:path w="3171825" h="457200">
                <a:moveTo>
                  <a:pt x="1724025" y="263918"/>
                </a:moveTo>
                <a:lnTo>
                  <a:pt x="1707756" y="247650"/>
                </a:lnTo>
                <a:lnTo>
                  <a:pt x="16268" y="247650"/>
                </a:lnTo>
                <a:lnTo>
                  <a:pt x="0" y="263918"/>
                </a:lnTo>
                <a:lnTo>
                  <a:pt x="0" y="438442"/>
                </a:lnTo>
                <a:lnTo>
                  <a:pt x="0" y="440931"/>
                </a:lnTo>
                <a:lnTo>
                  <a:pt x="16268" y="457200"/>
                </a:lnTo>
                <a:lnTo>
                  <a:pt x="1707756" y="457200"/>
                </a:lnTo>
                <a:lnTo>
                  <a:pt x="1724025" y="440931"/>
                </a:lnTo>
                <a:lnTo>
                  <a:pt x="1724025" y="263918"/>
                </a:lnTo>
                <a:close/>
              </a:path>
              <a:path w="3171825" h="457200">
                <a:moveTo>
                  <a:pt x="3171825" y="16281"/>
                </a:moveTo>
                <a:lnTo>
                  <a:pt x="3155556" y="0"/>
                </a:lnTo>
                <a:lnTo>
                  <a:pt x="1721243" y="0"/>
                </a:lnTo>
                <a:lnTo>
                  <a:pt x="1704975" y="16281"/>
                </a:lnTo>
                <a:lnTo>
                  <a:pt x="1704975" y="190792"/>
                </a:lnTo>
                <a:lnTo>
                  <a:pt x="1704975" y="193281"/>
                </a:lnTo>
                <a:lnTo>
                  <a:pt x="1721243" y="209550"/>
                </a:lnTo>
                <a:lnTo>
                  <a:pt x="3155556" y="209550"/>
                </a:lnTo>
                <a:lnTo>
                  <a:pt x="3171825" y="193281"/>
                </a:lnTo>
                <a:lnTo>
                  <a:pt x="3171825" y="16281"/>
                </a:lnTo>
                <a:close/>
              </a:path>
            </a:pathLst>
          </a:custGeom>
          <a:solidFill>
            <a:srgbClr val="3022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162675" y="627697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47625" y="26974"/>
                </a:lnTo>
                <a:lnTo>
                  <a:pt x="47015" y="30010"/>
                </a:lnTo>
                <a:lnTo>
                  <a:pt x="45808" y="32918"/>
                </a:lnTo>
                <a:lnTo>
                  <a:pt x="44602" y="35839"/>
                </a:lnTo>
                <a:lnTo>
                  <a:pt x="26962" y="47625"/>
                </a:lnTo>
                <a:lnTo>
                  <a:pt x="23812" y="47625"/>
                </a:lnTo>
                <a:lnTo>
                  <a:pt x="20650" y="47625"/>
                </a:lnTo>
                <a:lnTo>
                  <a:pt x="1816" y="32918"/>
                </a:lnTo>
                <a:lnTo>
                  <a:pt x="609" y="30010"/>
                </a:lnTo>
                <a:lnTo>
                  <a:pt x="0" y="26974"/>
                </a:lnTo>
                <a:lnTo>
                  <a:pt x="0" y="23812"/>
                </a:lnTo>
                <a:lnTo>
                  <a:pt x="0" y="20650"/>
                </a:lnTo>
                <a:lnTo>
                  <a:pt x="20650" y="0"/>
                </a:lnTo>
                <a:lnTo>
                  <a:pt x="23812" y="0"/>
                </a:lnTo>
                <a:lnTo>
                  <a:pt x="26962" y="0"/>
                </a:lnTo>
                <a:lnTo>
                  <a:pt x="47625" y="20650"/>
                </a:lnTo>
                <a:lnTo>
                  <a:pt x="47625" y="23812"/>
                </a:lnTo>
                <a:close/>
              </a:path>
            </a:pathLst>
          </a:custGeom>
          <a:ln w="9525">
            <a:solidFill>
              <a:srgbClr val="DAD1E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096250" y="6191250"/>
            <a:ext cx="2057400" cy="209550"/>
          </a:xfrm>
          <a:custGeom>
            <a:avLst/>
            <a:gdLst/>
            <a:ahLst/>
            <a:cxnLst/>
            <a:rect l="l" t="t" r="r" b="b"/>
            <a:pathLst>
              <a:path w="2057400" h="209550">
                <a:moveTo>
                  <a:pt x="2041131" y="0"/>
                </a:moveTo>
                <a:lnTo>
                  <a:pt x="16268" y="0"/>
                </a:lnTo>
                <a:lnTo>
                  <a:pt x="13868" y="469"/>
                </a:lnTo>
                <a:lnTo>
                  <a:pt x="0" y="16268"/>
                </a:lnTo>
                <a:lnTo>
                  <a:pt x="0" y="190792"/>
                </a:lnTo>
                <a:lnTo>
                  <a:pt x="0" y="193281"/>
                </a:lnTo>
                <a:lnTo>
                  <a:pt x="16268" y="209550"/>
                </a:lnTo>
                <a:lnTo>
                  <a:pt x="2041131" y="209550"/>
                </a:lnTo>
                <a:lnTo>
                  <a:pt x="2057400" y="193281"/>
                </a:lnTo>
                <a:lnTo>
                  <a:pt x="2057400" y="16268"/>
                </a:lnTo>
                <a:lnTo>
                  <a:pt x="2043518" y="469"/>
                </a:lnTo>
                <a:lnTo>
                  <a:pt x="2041131" y="0"/>
                </a:lnTo>
                <a:close/>
              </a:path>
            </a:pathLst>
          </a:custGeom>
          <a:solidFill>
            <a:srgbClr val="3022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048625" y="6486525"/>
            <a:ext cx="1028700" cy="209550"/>
          </a:xfrm>
          <a:custGeom>
            <a:avLst/>
            <a:gdLst/>
            <a:ahLst/>
            <a:cxnLst/>
            <a:rect l="l" t="t" r="r" b="b"/>
            <a:pathLst>
              <a:path w="1028700" h="209550">
                <a:moveTo>
                  <a:pt x="1012431" y="0"/>
                </a:moveTo>
                <a:lnTo>
                  <a:pt x="16268" y="0"/>
                </a:lnTo>
                <a:lnTo>
                  <a:pt x="13868" y="469"/>
                </a:lnTo>
                <a:lnTo>
                  <a:pt x="0" y="16268"/>
                </a:lnTo>
                <a:lnTo>
                  <a:pt x="0" y="190792"/>
                </a:lnTo>
                <a:lnTo>
                  <a:pt x="0" y="193281"/>
                </a:lnTo>
                <a:lnTo>
                  <a:pt x="16268" y="209550"/>
                </a:lnTo>
                <a:lnTo>
                  <a:pt x="1012431" y="209550"/>
                </a:lnTo>
                <a:lnTo>
                  <a:pt x="1028700" y="193281"/>
                </a:lnTo>
                <a:lnTo>
                  <a:pt x="1028700" y="16268"/>
                </a:lnTo>
                <a:lnTo>
                  <a:pt x="1014818" y="469"/>
                </a:lnTo>
                <a:lnTo>
                  <a:pt x="1012431" y="0"/>
                </a:lnTo>
                <a:close/>
              </a:path>
            </a:pathLst>
          </a:custGeom>
          <a:solidFill>
            <a:srgbClr val="3022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810625" y="7258049"/>
            <a:ext cx="1352550" cy="209550"/>
          </a:xfrm>
          <a:custGeom>
            <a:avLst/>
            <a:gdLst/>
            <a:ahLst/>
            <a:cxnLst/>
            <a:rect l="l" t="t" r="r" b="b"/>
            <a:pathLst>
              <a:path w="1352550" h="209550">
                <a:moveTo>
                  <a:pt x="1336281" y="0"/>
                </a:moveTo>
                <a:lnTo>
                  <a:pt x="16268" y="0"/>
                </a:lnTo>
                <a:lnTo>
                  <a:pt x="13868" y="476"/>
                </a:lnTo>
                <a:lnTo>
                  <a:pt x="0" y="16267"/>
                </a:lnTo>
                <a:lnTo>
                  <a:pt x="0" y="190798"/>
                </a:lnTo>
                <a:lnTo>
                  <a:pt x="0" y="193283"/>
                </a:lnTo>
                <a:lnTo>
                  <a:pt x="16268" y="209550"/>
                </a:lnTo>
                <a:lnTo>
                  <a:pt x="1336281" y="209550"/>
                </a:lnTo>
                <a:lnTo>
                  <a:pt x="1352550" y="193283"/>
                </a:lnTo>
                <a:lnTo>
                  <a:pt x="1352550" y="16267"/>
                </a:lnTo>
                <a:lnTo>
                  <a:pt x="1338668" y="476"/>
                </a:lnTo>
                <a:lnTo>
                  <a:pt x="1336281" y="0"/>
                </a:lnTo>
                <a:close/>
              </a:path>
            </a:pathLst>
          </a:custGeom>
          <a:solidFill>
            <a:srgbClr val="3022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143625" y="7496174"/>
            <a:ext cx="1809750" cy="209550"/>
          </a:xfrm>
          <a:custGeom>
            <a:avLst/>
            <a:gdLst/>
            <a:ahLst/>
            <a:cxnLst/>
            <a:rect l="l" t="t" r="r" b="b"/>
            <a:pathLst>
              <a:path w="1809750" h="209550">
                <a:moveTo>
                  <a:pt x="1793481" y="0"/>
                </a:moveTo>
                <a:lnTo>
                  <a:pt x="16268" y="0"/>
                </a:lnTo>
                <a:lnTo>
                  <a:pt x="13868" y="476"/>
                </a:lnTo>
                <a:lnTo>
                  <a:pt x="0" y="16267"/>
                </a:lnTo>
                <a:lnTo>
                  <a:pt x="0" y="190798"/>
                </a:lnTo>
                <a:lnTo>
                  <a:pt x="0" y="193283"/>
                </a:lnTo>
                <a:lnTo>
                  <a:pt x="16268" y="209550"/>
                </a:lnTo>
                <a:lnTo>
                  <a:pt x="1793481" y="209550"/>
                </a:lnTo>
                <a:lnTo>
                  <a:pt x="1809750" y="193283"/>
                </a:lnTo>
                <a:lnTo>
                  <a:pt x="1809750" y="16267"/>
                </a:lnTo>
                <a:lnTo>
                  <a:pt x="1795868" y="476"/>
                </a:lnTo>
                <a:lnTo>
                  <a:pt x="1793481" y="0"/>
                </a:lnTo>
                <a:close/>
              </a:path>
            </a:pathLst>
          </a:custGeom>
          <a:solidFill>
            <a:srgbClr val="3022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5894730" y="1201046"/>
            <a:ext cx="4951730" cy="6737984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  <a:tabLst>
                <a:tab pos="405130" algn="l"/>
              </a:tabLst>
            </a:pP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1750" b="1" spc="55" dirty="0">
                <a:solidFill>
                  <a:srgbClr val="F94CAE"/>
                </a:solidFill>
                <a:latin typeface="Trebuchet MS"/>
                <a:cs typeface="Trebuchet MS"/>
              </a:rPr>
              <a:t>Instalação</a:t>
            </a:r>
            <a:r>
              <a:rPr sz="1750" b="1" spc="215" dirty="0">
                <a:solidFill>
                  <a:srgbClr val="F94CAE"/>
                </a:solidFill>
                <a:latin typeface="Trebuchet MS"/>
                <a:cs typeface="Trebuchet MS"/>
              </a:rPr>
              <a:t> </a:t>
            </a:r>
            <a:r>
              <a:rPr sz="1750" b="1" dirty="0">
                <a:solidFill>
                  <a:srgbClr val="F94CAE"/>
                </a:solidFill>
                <a:latin typeface="Trebuchet MS"/>
                <a:cs typeface="Trebuchet MS"/>
              </a:rPr>
              <a:t>e</a:t>
            </a:r>
            <a:r>
              <a:rPr sz="1750" b="1" spc="215" dirty="0">
                <a:solidFill>
                  <a:srgbClr val="F94CAE"/>
                </a:solidFill>
                <a:latin typeface="Trebuchet MS"/>
                <a:cs typeface="Trebuchet MS"/>
              </a:rPr>
              <a:t> </a:t>
            </a:r>
            <a:r>
              <a:rPr sz="1750" b="1" spc="-60" dirty="0">
                <a:solidFill>
                  <a:srgbClr val="F94CAE"/>
                </a:solidFill>
                <a:latin typeface="Trebuchet MS"/>
                <a:cs typeface="Trebuchet MS"/>
              </a:rPr>
              <a:t>Execução</a:t>
            </a:r>
            <a:r>
              <a:rPr sz="1750" b="1" spc="215" dirty="0">
                <a:solidFill>
                  <a:srgbClr val="F94CAE"/>
                </a:solidFill>
                <a:latin typeface="Trebuchet MS"/>
                <a:cs typeface="Trebuchet MS"/>
              </a:rPr>
              <a:t> </a:t>
            </a:r>
            <a:r>
              <a:rPr sz="1750" b="1" dirty="0">
                <a:solidFill>
                  <a:srgbClr val="F94CAE"/>
                </a:solidFill>
                <a:latin typeface="Trebuchet MS"/>
                <a:cs typeface="Trebuchet MS"/>
              </a:rPr>
              <a:t>do</a:t>
            </a:r>
            <a:r>
              <a:rPr sz="1750" b="1" spc="215" dirty="0">
                <a:solidFill>
                  <a:srgbClr val="F94CAE"/>
                </a:solidFill>
                <a:latin typeface="Trebuchet MS"/>
                <a:cs typeface="Trebuchet MS"/>
              </a:rPr>
              <a:t> </a:t>
            </a:r>
            <a:r>
              <a:rPr sz="1750" b="1" spc="-10" dirty="0">
                <a:solidFill>
                  <a:srgbClr val="F94CAE"/>
                </a:solidFill>
                <a:latin typeface="Trebuchet MS"/>
                <a:cs typeface="Trebuchet MS"/>
              </a:rPr>
              <a:t>Projeto</a:t>
            </a:r>
            <a:endParaRPr sz="17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75"/>
              </a:spcBef>
            </a:pP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Para</a:t>
            </a:r>
            <a:r>
              <a:rPr sz="1150" spc="4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rodar</a:t>
            </a:r>
            <a:r>
              <a:rPr sz="1150" spc="5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70" dirty="0">
                <a:solidFill>
                  <a:srgbClr val="DAD1E6"/>
                </a:solidFill>
                <a:latin typeface="Trebuchet MS"/>
                <a:cs typeface="Trebuchet MS"/>
              </a:rPr>
              <a:t>o</a:t>
            </a:r>
            <a:r>
              <a:rPr sz="1150" spc="4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b="1" spc="-45" dirty="0">
                <a:solidFill>
                  <a:srgbClr val="DAD1E6"/>
                </a:solidFill>
                <a:latin typeface="Trebuchet MS"/>
                <a:cs typeface="Trebuchet MS"/>
              </a:rPr>
              <a:t>VaiJunto?</a:t>
            </a:r>
            <a:r>
              <a:rPr sz="1150" spc="-45" dirty="0">
                <a:solidFill>
                  <a:srgbClr val="DAD1E6"/>
                </a:solidFill>
                <a:latin typeface="Trebuchet MS"/>
                <a:cs typeface="Trebuchet MS"/>
              </a:rPr>
              <a:t>,</a:t>
            </a:r>
            <a:r>
              <a:rPr sz="1150" spc="5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siga</a:t>
            </a:r>
            <a:r>
              <a:rPr sz="1150" spc="5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estes</a:t>
            </a:r>
            <a:r>
              <a:rPr sz="1150" spc="5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AD1E6"/>
                </a:solidFill>
                <a:latin typeface="Trebuchet MS"/>
                <a:cs typeface="Trebuchet MS"/>
              </a:rPr>
              <a:t>passos:</a:t>
            </a:r>
            <a:endParaRPr sz="1150" dirty="0">
              <a:latin typeface="Trebuchet MS"/>
              <a:cs typeface="Trebuchet MS"/>
            </a:endParaRPr>
          </a:p>
          <a:p>
            <a:pPr marL="252095" marR="96520" indent="-240029">
              <a:lnSpc>
                <a:spcPct val="135900"/>
              </a:lnSpc>
              <a:spcBef>
                <a:spcPts val="1125"/>
              </a:spcBef>
              <a:buFont typeface="Trebuchet MS"/>
              <a:buAutoNum type="arabicPeriod"/>
              <a:tabLst>
                <a:tab pos="252095" algn="l"/>
              </a:tabLst>
            </a:pPr>
            <a:r>
              <a:rPr sz="1150" b="1" spc="-10" dirty="0">
                <a:solidFill>
                  <a:srgbClr val="DAD1E6"/>
                </a:solidFill>
                <a:latin typeface="Trebuchet MS"/>
                <a:cs typeface="Trebuchet MS"/>
              </a:rPr>
              <a:t>Pré-</a:t>
            </a:r>
            <a:r>
              <a:rPr sz="1150" b="1" dirty="0">
                <a:solidFill>
                  <a:srgbClr val="DAD1E6"/>
                </a:solidFill>
                <a:latin typeface="Trebuchet MS"/>
                <a:cs typeface="Trebuchet MS"/>
              </a:rPr>
              <a:t>requisitos:</a:t>
            </a:r>
            <a:r>
              <a:rPr sz="1150" b="1" spc="3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Certifique-se</a:t>
            </a:r>
            <a:r>
              <a:rPr sz="1150" spc="3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de</a:t>
            </a:r>
            <a:r>
              <a:rPr sz="1150" spc="3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ter</a:t>
            </a:r>
            <a:r>
              <a:rPr sz="1150" spc="3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b="1" spc="-10" dirty="0">
                <a:solidFill>
                  <a:srgbClr val="DAD1E6"/>
                </a:solidFill>
                <a:latin typeface="Trebuchet MS"/>
                <a:cs typeface="Trebuchet MS"/>
              </a:rPr>
              <a:t>Node.js</a:t>
            </a:r>
            <a:r>
              <a:rPr sz="1150" b="1" spc="3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(versão</a:t>
            </a:r>
            <a:r>
              <a:rPr sz="1150" spc="3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mais</a:t>
            </a:r>
            <a:r>
              <a:rPr sz="1150" spc="3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AD1E6"/>
                </a:solidFill>
                <a:latin typeface="Trebuchet MS"/>
                <a:cs typeface="Trebuchet MS"/>
              </a:rPr>
              <a:t>recente)</a:t>
            </a:r>
            <a:r>
              <a:rPr sz="1150" spc="3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-50" dirty="0">
                <a:solidFill>
                  <a:srgbClr val="DAD1E6"/>
                </a:solidFill>
                <a:latin typeface="Trebuchet MS"/>
                <a:cs typeface="Trebuchet MS"/>
              </a:rPr>
              <a:t>e </a:t>
            </a:r>
            <a:r>
              <a:rPr sz="1150" b="1" dirty="0">
                <a:solidFill>
                  <a:srgbClr val="DAD1E6"/>
                </a:solidFill>
                <a:latin typeface="Trebuchet MS"/>
                <a:cs typeface="Trebuchet MS"/>
              </a:rPr>
              <a:t>Expo</a:t>
            </a:r>
            <a:r>
              <a:rPr sz="1150" b="1" spc="-3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b="1" dirty="0">
                <a:solidFill>
                  <a:srgbClr val="DAD1E6"/>
                </a:solidFill>
                <a:latin typeface="Trebuchet MS"/>
                <a:cs typeface="Trebuchet MS"/>
              </a:rPr>
              <a:t>CLI</a:t>
            </a:r>
            <a:r>
              <a:rPr sz="1150" b="1" spc="1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instalados.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Para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70" dirty="0">
                <a:solidFill>
                  <a:srgbClr val="DAD1E6"/>
                </a:solidFill>
                <a:latin typeface="Trebuchet MS"/>
                <a:cs typeface="Trebuchet MS"/>
              </a:rPr>
              <a:t>o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Expo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-45" dirty="0">
                <a:solidFill>
                  <a:srgbClr val="DAD1E6"/>
                </a:solidFill>
                <a:latin typeface="Trebuchet MS"/>
                <a:cs typeface="Trebuchet MS"/>
              </a:rPr>
              <a:t>CLI,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execute</a:t>
            </a:r>
            <a:r>
              <a:rPr sz="1150" spc="1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Lucida Sans Unicode"/>
                <a:cs typeface="Lucida Sans Unicode"/>
              </a:rPr>
              <a:t>npm</a:t>
            </a:r>
            <a:r>
              <a:rPr sz="1150" spc="-20" dirty="0">
                <a:solidFill>
                  <a:srgbClr val="DAD1E6"/>
                </a:solidFill>
                <a:latin typeface="Lucida Sans Unicode"/>
                <a:cs typeface="Lucida Sans Unicode"/>
              </a:rPr>
              <a:t> </a:t>
            </a:r>
            <a:r>
              <a:rPr sz="1150" spc="-25" dirty="0">
                <a:solidFill>
                  <a:srgbClr val="DAD1E6"/>
                </a:solidFill>
                <a:latin typeface="Lucida Sans Unicode"/>
                <a:cs typeface="Lucida Sans Unicode"/>
              </a:rPr>
              <a:t>install</a:t>
            </a:r>
            <a:r>
              <a:rPr sz="1150" spc="-15" dirty="0">
                <a:solidFill>
                  <a:srgbClr val="DAD1E6"/>
                </a:solidFill>
                <a:latin typeface="Lucida Sans Unicode"/>
                <a:cs typeface="Lucida Sans Unicode"/>
              </a:rPr>
              <a:t> </a:t>
            </a:r>
            <a:r>
              <a:rPr sz="1150" spc="-180" dirty="0">
                <a:solidFill>
                  <a:srgbClr val="DAD1E6"/>
                </a:solidFill>
                <a:latin typeface="Lucida Sans Unicode"/>
                <a:cs typeface="Lucida Sans Unicode"/>
              </a:rPr>
              <a:t>-</a:t>
            </a:r>
            <a:r>
              <a:rPr sz="1150" spc="-195" dirty="0">
                <a:solidFill>
                  <a:srgbClr val="DAD1E6"/>
                </a:solidFill>
                <a:latin typeface="Lucida Sans Unicode"/>
                <a:cs typeface="Lucida Sans Unicode"/>
              </a:rPr>
              <a:t>g</a:t>
            </a:r>
            <a:r>
              <a:rPr sz="1150" spc="-15" dirty="0">
                <a:solidFill>
                  <a:srgbClr val="DAD1E6"/>
                </a:solidFill>
                <a:latin typeface="Lucida Sans Unicode"/>
                <a:cs typeface="Lucida Sans Unicode"/>
              </a:rPr>
              <a:t> </a:t>
            </a:r>
            <a:r>
              <a:rPr sz="1150" spc="-80" dirty="0">
                <a:solidFill>
                  <a:srgbClr val="DAD1E6"/>
                </a:solidFill>
                <a:latin typeface="Lucida Sans Unicode"/>
                <a:cs typeface="Lucida Sans Unicode"/>
              </a:rPr>
              <a:t>expo-</a:t>
            </a:r>
            <a:r>
              <a:rPr sz="1150" spc="-25" dirty="0">
                <a:solidFill>
                  <a:srgbClr val="DAD1E6"/>
                </a:solidFill>
                <a:latin typeface="Lucida Sans Unicode"/>
                <a:cs typeface="Lucida Sans Unicode"/>
              </a:rPr>
              <a:t>cli </a:t>
            </a:r>
            <a:r>
              <a:rPr sz="1150" spc="65" dirty="0">
                <a:solidFill>
                  <a:srgbClr val="DAD1E6"/>
                </a:solidFill>
                <a:latin typeface="Trebuchet MS"/>
                <a:cs typeface="Trebuchet MS"/>
              </a:rPr>
              <a:t>no</a:t>
            </a:r>
            <a:r>
              <a:rPr sz="1150" spc="-3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AD1E6"/>
                </a:solidFill>
                <a:latin typeface="Trebuchet MS"/>
                <a:cs typeface="Trebuchet MS"/>
              </a:rPr>
              <a:t>terminal.</a:t>
            </a:r>
            <a:endParaRPr sz="1150" dirty="0">
              <a:latin typeface="Trebuchet MS"/>
              <a:cs typeface="Trebuchet MS"/>
            </a:endParaRPr>
          </a:p>
          <a:p>
            <a:pPr marL="252095" indent="-239395">
              <a:lnSpc>
                <a:spcPct val="100000"/>
              </a:lnSpc>
              <a:spcBef>
                <a:spcPts val="944"/>
              </a:spcBef>
              <a:buFont typeface="Trebuchet MS"/>
              <a:buAutoNum type="arabicPeriod"/>
              <a:tabLst>
                <a:tab pos="252095" algn="l"/>
              </a:tabLst>
            </a:pPr>
            <a:r>
              <a:rPr sz="1150" b="1" dirty="0">
                <a:solidFill>
                  <a:srgbClr val="DAD1E6"/>
                </a:solidFill>
                <a:latin typeface="Trebuchet MS"/>
                <a:cs typeface="Trebuchet MS"/>
              </a:rPr>
              <a:t>Instalar</a:t>
            </a:r>
            <a:r>
              <a:rPr sz="1150" b="1" spc="-4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b="1" dirty="0">
                <a:solidFill>
                  <a:srgbClr val="DAD1E6"/>
                </a:solidFill>
                <a:latin typeface="Trebuchet MS"/>
                <a:cs typeface="Trebuchet MS"/>
              </a:rPr>
              <a:t>Dependências:</a:t>
            </a:r>
            <a:r>
              <a:rPr sz="1150" b="1" spc="-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65" dirty="0">
                <a:solidFill>
                  <a:srgbClr val="DAD1E6"/>
                </a:solidFill>
                <a:latin typeface="Trebuchet MS"/>
                <a:cs typeface="Trebuchet MS"/>
              </a:rPr>
              <a:t>No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 diretório</a:t>
            </a:r>
            <a:r>
              <a:rPr sz="1150" spc="-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65" dirty="0">
                <a:solidFill>
                  <a:srgbClr val="DAD1E6"/>
                </a:solidFill>
                <a:latin typeface="Trebuchet MS"/>
                <a:cs typeface="Trebuchet MS"/>
              </a:rPr>
              <a:t>do</a:t>
            </a:r>
            <a:r>
              <a:rPr sz="1150" spc="-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AD1E6"/>
                </a:solidFill>
                <a:latin typeface="Trebuchet MS"/>
                <a:cs typeface="Trebuchet MS"/>
              </a:rPr>
              <a:t>projeto,</a:t>
            </a:r>
            <a:r>
              <a:rPr sz="1150" spc="-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execute </a:t>
            </a:r>
            <a:r>
              <a:rPr sz="1150" dirty="0">
                <a:solidFill>
                  <a:srgbClr val="DAD1E6"/>
                </a:solidFill>
                <a:latin typeface="Lucida Sans Unicode"/>
                <a:cs typeface="Lucida Sans Unicode"/>
              </a:rPr>
              <a:t>npm</a:t>
            </a:r>
            <a:r>
              <a:rPr sz="1150" spc="-30" dirty="0">
                <a:solidFill>
                  <a:srgbClr val="DAD1E6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DAD1E6"/>
                </a:solidFill>
                <a:latin typeface="Lucida Sans Unicode"/>
                <a:cs typeface="Lucida Sans Unicode"/>
              </a:rPr>
              <a:t>install</a:t>
            </a:r>
            <a:endParaRPr sz="1150" dirty="0">
              <a:latin typeface="Lucida Sans Unicode"/>
              <a:cs typeface="Lucida Sans Unicode"/>
            </a:endParaRPr>
          </a:p>
          <a:p>
            <a:pPr marL="252095">
              <a:lnSpc>
                <a:spcPct val="100000"/>
              </a:lnSpc>
              <a:spcBef>
                <a:spcPts val="495"/>
              </a:spcBef>
            </a:pPr>
            <a:r>
              <a:rPr sz="1150" spc="20" dirty="0">
                <a:solidFill>
                  <a:srgbClr val="DAD1E6"/>
                </a:solidFill>
                <a:latin typeface="Trebuchet MS"/>
                <a:cs typeface="Trebuchet MS"/>
              </a:rPr>
              <a:t>para</a:t>
            </a:r>
            <a:r>
              <a:rPr sz="1150" spc="3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20" dirty="0">
                <a:solidFill>
                  <a:srgbClr val="DAD1E6"/>
                </a:solidFill>
                <a:latin typeface="Trebuchet MS"/>
                <a:cs typeface="Trebuchet MS"/>
              </a:rPr>
              <a:t>instalar</a:t>
            </a:r>
            <a:r>
              <a:rPr sz="1150" spc="4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20" dirty="0">
                <a:solidFill>
                  <a:srgbClr val="DAD1E6"/>
                </a:solidFill>
                <a:latin typeface="Trebuchet MS"/>
                <a:cs typeface="Trebuchet MS"/>
              </a:rPr>
              <a:t>todas</a:t>
            </a:r>
            <a:r>
              <a:rPr sz="1150" spc="4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55" dirty="0">
                <a:solidFill>
                  <a:srgbClr val="DAD1E6"/>
                </a:solidFill>
                <a:latin typeface="Trebuchet MS"/>
                <a:cs typeface="Trebuchet MS"/>
              </a:rPr>
              <a:t>as</a:t>
            </a:r>
            <a:r>
              <a:rPr sz="1150" spc="4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20" dirty="0">
                <a:solidFill>
                  <a:srgbClr val="DAD1E6"/>
                </a:solidFill>
                <a:latin typeface="Trebuchet MS"/>
                <a:cs typeface="Trebuchet MS"/>
              </a:rPr>
              <a:t>dependências</a:t>
            </a:r>
            <a:r>
              <a:rPr sz="1150" spc="4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AD1E6"/>
                </a:solidFill>
                <a:latin typeface="Trebuchet MS"/>
                <a:cs typeface="Trebuchet MS"/>
              </a:rPr>
              <a:t>listadas.</a:t>
            </a:r>
            <a:endParaRPr sz="1150" dirty="0">
              <a:latin typeface="Trebuchet MS"/>
              <a:cs typeface="Trebuchet MS"/>
            </a:endParaRPr>
          </a:p>
          <a:p>
            <a:pPr marL="252095" indent="-239395">
              <a:lnSpc>
                <a:spcPct val="100000"/>
              </a:lnSpc>
              <a:spcBef>
                <a:spcPts val="869"/>
              </a:spcBef>
              <a:buFont typeface="Trebuchet MS"/>
              <a:buAutoNum type="arabicPeriod" startAt="3"/>
              <a:tabLst>
                <a:tab pos="252095" algn="l"/>
              </a:tabLst>
            </a:pPr>
            <a:r>
              <a:rPr sz="1150" b="1" dirty="0">
                <a:solidFill>
                  <a:srgbClr val="DAD1E6"/>
                </a:solidFill>
                <a:latin typeface="Trebuchet MS"/>
                <a:cs typeface="Trebuchet MS"/>
              </a:rPr>
              <a:t>Instalação</a:t>
            </a:r>
            <a:r>
              <a:rPr sz="1150" b="1" spc="2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b="1" dirty="0">
                <a:solidFill>
                  <a:srgbClr val="DAD1E6"/>
                </a:solidFill>
                <a:latin typeface="Trebuchet MS"/>
                <a:cs typeface="Trebuchet MS"/>
              </a:rPr>
              <a:t>Individual</a:t>
            </a:r>
            <a:r>
              <a:rPr sz="1150" b="1" spc="2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b="1" dirty="0">
                <a:solidFill>
                  <a:srgbClr val="DAD1E6"/>
                </a:solidFill>
                <a:latin typeface="Trebuchet MS"/>
                <a:cs typeface="Trebuchet MS"/>
              </a:rPr>
              <a:t>de</a:t>
            </a:r>
            <a:r>
              <a:rPr sz="1150" b="1" spc="3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b="1" spc="-10" dirty="0">
                <a:solidFill>
                  <a:srgbClr val="DAD1E6"/>
                </a:solidFill>
                <a:latin typeface="Trebuchet MS"/>
                <a:cs typeface="Trebuchet MS"/>
              </a:rPr>
              <a:t>Dependências:</a:t>
            </a:r>
            <a:endParaRPr sz="1150" dirty="0">
              <a:latin typeface="Trebuchet MS"/>
              <a:cs typeface="Trebuchet MS"/>
            </a:endParaRPr>
          </a:p>
          <a:p>
            <a:pPr marL="492125">
              <a:lnSpc>
                <a:spcPct val="100000"/>
              </a:lnSpc>
              <a:spcBef>
                <a:spcPts val="944"/>
              </a:spcBef>
            </a:pPr>
            <a:r>
              <a:rPr sz="1150" b="1" dirty="0">
                <a:solidFill>
                  <a:srgbClr val="DAD1E6"/>
                </a:solidFill>
                <a:latin typeface="Trebuchet MS"/>
                <a:cs typeface="Trebuchet MS"/>
              </a:rPr>
              <a:t>React</a:t>
            </a:r>
            <a:r>
              <a:rPr sz="1150" b="1" spc="-5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b="1" dirty="0">
                <a:solidFill>
                  <a:srgbClr val="DAD1E6"/>
                </a:solidFill>
                <a:latin typeface="Trebuchet MS"/>
                <a:cs typeface="Trebuchet MS"/>
              </a:rPr>
              <a:t>Navigation:</a:t>
            </a:r>
            <a:r>
              <a:rPr sz="1150" b="1" spc="-1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Lucida Sans Unicode"/>
                <a:cs typeface="Lucida Sans Unicode"/>
              </a:rPr>
              <a:t>npm</a:t>
            </a:r>
            <a:r>
              <a:rPr sz="1150" spc="-35" dirty="0">
                <a:solidFill>
                  <a:srgbClr val="DAD1E6"/>
                </a:solidFill>
                <a:latin typeface="Lucida Sans Unicode"/>
                <a:cs typeface="Lucida Sans Unicode"/>
              </a:rPr>
              <a:t> </a:t>
            </a:r>
            <a:r>
              <a:rPr sz="1150" spc="-25" dirty="0">
                <a:solidFill>
                  <a:srgbClr val="DAD1E6"/>
                </a:solidFill>
                <a:latin typeface="Lucida Sans Unicode"/>
                <a:cs typeface="Lucida Sans Unicode"/>
              </a:rPr>
              <a:t>install</a:t>
            </a:r>
            <a:r>
              <a:rPr sz="1150" spc="-40" dirty="0">
                <a:solidFill>
                  <a:srgbClr val="DAD1E6"/>
                </a:solidFill>
                <a:latin typeface="Lucida Sans Unicode"/>
                <a:cs typeface="Lucida Sans Unicode"/>
              </a:rPr>
              <a:t> </a:t>
            </a:r>
            <a:r>
              <a:rPr sz="1150" spc="-35" dirty="0">
                <a:solidFill>
                  <a:srgbClr val="DAD1E6"/>
                </a:solidFill>
                <a:latin typeface="Lucida Sans Unicode"/>
                <a:cs typeface="Lucida Sans Unicode"/>
              </a:rPr>
              <a:t>@react-</a:t>
            </a:r>
            <a:r>
              <a:rPr sz="1150" spc="-10" dirty="0">
                <a:solidFill>
                  <a:srgbClr val="DAD1E6"/>
                </a:solidFill>
                <a:latin typeface="Lucida Sans Unicode"/>
                <a:cs typeface="Lucida Sans Unicode"/>
              </a:rPr>
              <a:t>navigation/native</a:t>
            </a:r>
            <a:endParaRPr sz="1150" dirty="0">
              <a:latin typeface="Lucida Sans Unicode"/>
              <a:cs typeface="Lucida Sans Unicode"/>
            </a:endParaRPr>
          </a:p>
          <a:p>
            <a:pPr marL="492125" marR="360045">
              <a:lnSpc>
                <a:spcPct val="135900"/>
              </a:lnSpc>
              <a:spcBef>
                <a:spcPts val="450"/>
              </a:spcBef>
            </a:pPr>
            <a:r>
              <a:rPr sz="1150" b="1" dirty="0">
                <a:solidFill>
                  <a:srgbClr val="DAD1E6"/>
                </a:solidFill>
                <a:latin typeface="Trebuchet MS"/>
                <a:cs typeface="Trebuchet MS"/>
              </a:rPr>
              <a:t>React</a:t>
            </a:r>
            <a:r>
              <a:rPr sz="1150" b="1" spc="-5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b="1" dirty="0">
                <a:solidFill>
                  <a:srgbClr val="DAD1E6"/>
                </a:solidFill>
                <a:latin typeface="Trebuchet MS"/>
                <a:cs typeface="Trebuchet MS"/>
              </a:rPr>
              <a:t>Native</a:t>
            </a:r>
            <a:r>
              <a:rPr sz="1150" b="1" spc="-5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b="1" dirty="0">
                <a:solidFill>
                  <a:srgbClr val="DAD1E6"/>
                </a:solidFill>
                <a:latin typeface="Trebuchet MS"/>
                <a:cs typeface="Trebuchet MS"/>
              </a:rPr>
              <a:t>Screens</a:t>
            </a:r>
            <a:r>
              <a:rPr sz="1150" b="1" spc="-5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b="1" dirty="0">
                <a:solidFill>
                  <a:srgbClr val="DAD1E6"/>
                </a:solidFill>
                <a:latin typeface="Trebuchet MS"/>
                <a:cs typeface="Trebuchet MS"/>
              </a:rPr>
              <a:t>e</a:t>
            </a:r>
            <a:r>
              <a:rPr sz="1150" b="1" spc="-5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b="1" dirty="0">
                <a:solidFill>
                  <a:srgbClr val="DAD1E6"/>
                </a:solidFill>
                <a:latin typeface="Trebuchet MS"/>
                <a:cs typeface="Trebuchet MS"/>
              </a:rPr>
              <a:t>Safe</a:t>
            </a:r>
            <a:r>
              <a:rPr sz="1150" b="1" spc="-5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b="1" spc="-25" dirty="0">
                <a:solidFill>
                  <a:srgbClr val="DAD1E6"/>
                </a:solidFill>
                <a:latin typeface="Trebuchet MS"/>
                <a:cs typeface="Trebuchet MS"/>
              </a:rPr>
              <a:t>Area</a:t>
            </a:r>
            <a:r>
              <a:rPr sz="1150" b="1" spc="-5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b="1" spc="-30" dirty="0">
                <a:solidFill>
                  <a:srgbClr val="DAD1E6"/>
                </a:solidFill>
                <a:latin typeface="Trebuchet MS"/>
                <a:cs typeface="Trebuchet MS"/>
              </a:rPr>
              <a:t>Context:</a:t>
            </a:r>
            <a:r>
              <a:rPr sz="1150" b="1" spc="-1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Lucida Sans Unicode"/>
                <a:cs typeface="Lucida Sans Unicode"/>
              </a:rPr>
              <a:t>npm</a:t>
            </a:r>
            <a:r>
              <a:rPr sz="1150" spc="-40" dirty="0">
                <a:solidFill>
                  <a:srgbClr val="DAD1E6"/>
                </a:solidFill>
                <a:latin typeface="Lucida Sans Unicode"/>
                <a:cs typeface="Lucida Sans Unicode"/>
              </a:rPr>
              <a:t> </a:t>
            </a:r>
            <a:r>
              <a:rPr sz="1150" spc="-25" dirty="0">
                <a:solidFill>
                  <a:srgbClr val="DAD1E6"/>
                </a:solidFill>
                <a:latin typeface="Lucida Sans Unicode"/>
                <a:cs typeface="Lucida Sans Unicode"/>
              </a:rPr>
              <a:t>install</a:t>
            </a:r>
            <a:r>
              <a:rPr sz="1150" spc="-40" dirty="0">
                <a:solidFill>
                  <a:srgbClr val="DAD1E6"/>
                </a:solidFill>
                <a:latin typeface="Lucida Sans Unicode"/>
                <a:cs typeface="Lucida Sans Unicode"/>
              </a:rPr>
              <a:t> </a:t>
            </a:r>
            <a:r>
              <a:rPr sz="1150" spc="-25" dirty="0">
                <a:solidFill>
                  <a:srgbClr val="DAD1E6"/>
                </a:solidFill>
                <a:latin typeface="Lucida Sans Unicode"/>
                <a:cs typeface="Lucida Sans Unicode"/>
              </a:rPr>
              <a:t>react- </a:t>
            </a:r>
            <a:r>
              <a:rPr sz="1150" spc="-30" dirty="0">
                <a:solidFill>
                  <a:srgbClr val="DAD1E6"/>
                </a:solidFill>
                <a:latin typeface="Lucida Sans Unicode"/>
                <a:cs typeface="Lucida Sans Unicode"/>
              </a:rPr>
              <a:t>native-</a:t>
            </a:r>
            <a:r>
              <a:rPr sz="1150" spc="-25" dirty="0">
                <a:solidFill>
                  <a:srgbClr val="DAD1E6"/>
                </a:solidFill>
                <a:latin typeface="Lucida Sans Unicode"/>
                <a:cs typeface="Lucida Sans Unicode"/>
              </a:rPr>
              <a:t>screens</a:t>
            </a:r>
            <a:r>
              <a:rPr sz="1150" spc="140" dirty="0">
                <a:solidFill>
                  <a:srgbClr val="DAD1E6"/>
                </a:solidFill>
                <a:latin typeface="Lucida Sans Unicode"/>
                <a:cs typeface="Lucida Sans Unicode"/>
              </a:rPr>
              <a:t> </a:t>
            </a:r>
            <a:r>
              <a:rPr sz="1150" spc="-45" dirty="0">
                <a:solidFill>
                  <a:srgbClr val="DAD1E6"/>
                </a:solidFill>
                <a:latin typeface="Lucida Sans Unicode"/>
                <a:cs typeface="Lucida Sans Unicode"/>
              </a:rPr>
              <a:t>react-</a:t>
            </a:r>
            <a:r>
              <a:rPr sz="1150" spc="-55" dirty="0">
                <a:solidFill>
                  <a:srgbClr val="DAD1E6"/>
                </a:solidFill>
                <a:latin typeface="Lucida Sans Unicode"/>
                <a:cs typeface="Lucida Sans Unicode"/>
              </a:rPr>
              <a:t>native-safe-area-</a:t>
            </a:r>
            <a:r>
              <a:rPr sz="1150" spc="-10" dirty="0">
                <a:solidFill>
                  <a:srgbClr val="DAD1E6"/>
                </a:solidFill>
                <a:latin typeface="Lucida Sans Unicode"/>
                <a:cs typeface="Lucida Sans Unicode"/>
              </a:rPr>
              <a:t>context</a:t>
            </a:r>
            <a:endParaRPr sz="1150" dirty="0">
              <a:latin typeface="Lucida Sans Unicode"/>
              <a:cs typeface="Lucida Sans Unicode"/>
            </a:endParaRPr>
          </a:p>
          <a:p>
            <a:pPr marL="492125">
              <a:lnSpc>
                <a:spcPct val="100000"/>
              </a:lnSpc>
              <a:spcBef>
                <a:spcPts val="944"/>
              </a:spcBef>
            </a:pPr>
            <a:r>
              <a:rPr sz="1150" b="1" spc="-25" dirty="0">
                <a:solidFill>
                  <a:srgbClr val="DAD1E6"/>
                </a:solidFill>
                <a:latin typeface="Trebuchet MS"/>
                <a:cs typeface="Trebuchet MS"/>
              </a:rPr>
              <a:t>Picker:</a:t>
            </a:r>
            <a:r>
              <a:rPr sz="1150" b="1" spc="1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Lucida Sans Unicode"/>
                <a:cs typeface="Lucida Sans Unicode"/>
              </a:rPr>
              <a:t>npm</a:t>
            </a:r>
            <a:r>
              <a:rPr sz="1150" spc="-20" dirty="0">
                <a:solidFill>
                  <a:srgbClr val="DAD1E6"/>
                </a:solidFill>
                <a:latin typeface="Lucida Sans Unicode"/>
                <a:cs typeface="Lucida Sans Unicode"/>
              </a:rPr>
              <a:t> </a:t>
            </a:r>
            <a:r>
              <a:rPr sz="1150" spc="-25" dirty="0">
                <a:solidFill>
                  <a:srgbClr val="DAD1E6"/>
                </a:solidFill>
                <a:latin typeface="Lucida Sans Unicode"/>
                <a:cs typeface="Lucida Sans Unicode"/>
              </a:rPr>
              <a:t>install</a:t>
            </a:r>
            <a:r>
              <a:rPr sz="1150" spc="-15" dirty="0">
                <a:solidFill>
                  <a:srgbClr val="DAD1E6"/>
                </a:solidFill>
                <a:latin typeface="Lucida Sans Unicode"/>
                <a:cs typeface="Lucida Sans Unicode"/>
              </a:rPr>
              <a:t> </a:t>
            </a:r>
            <a:r>
              <a:rPr sz="1150" spc="-45" dirty="0">
                <a:solidFill>
                  <a:srgbClr val="DAD1E6"/>
                </a:solidFill>
                <a:latin typeface="Lucida Sans Unicode"/>
                <a:cs typeface="Lucida Sans Unicode"/>
              </a:rPr>
              <a:t>@react-</a:t>
            </a:r>
            <a:r>
              <a:rPr sz="1150" spc="-40" dirty="0">
                <a:solidFill>
                  <a:srgbClr val="DAD1E6"/>
                </a:solidFill>
                <a:latin typeface="Lucida Sans Unicode"/>
                <a:cs typeface="Lucida Sans Unicode"/>
              </a:rPr>
              <a:t>native-</a:t>
            </a:r>
            <a:r>
              <a:rPr sz="1150" spc="-10" dirty="0">
                <a:solidFill>
                  <a:srgbClr val="DAD1E6"/>
                </a:solidFill>
                <a:latin typeface="Lucida Sans Unicode"/>
                <a:cs typeface="Lucida Sans Unicode"/>
              </a:rPr>
              <a:t>picker/picker</a:t>
            </a:r>
            <a:endParaRPr sz="1150" dirty="0">
              <a:latin typeface="Lucida Sans Unicode"/>
              <a:cs typeface="Lucida Sans Unicode"/>
            </a:endParaRPr>
          </a:p>
          <a:p>
            <a:pPr marL="492125">
              <a:lnSpc>
                <a:spcPct val="100000"/>
              </a:lnSpc>
              <a:spcBef>
                <a:spcPts val="869"/>
              </a:spcBef>
            </a:pPr>
            <a:r>
              <a:rPr sz="1150" b="1" dirty="0">
                <a:solidFill>
                  <a:srgbClr val="DAD1E6"/>
                </a:solidFill>
                <a:latin typeface="Trebuchet MS"/>
                <a:cs typeface="Trebuchet MS"/>
              </a:rPr>
              <a:t>React</a:t>
            </a:r>
            <a:r>
              <a:rPr sz="1150" b="1" spc="-6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b="1" dirty="0">
                <a:solidFill>
                  <a:srgbClr val="DAD1E6"/>
                </a:solidFill>
                <a:latin typeface="Trebuchet MS"/>
                <a:cs typeface="Trebuchet MS"/>
              </a:rPr>
              <a:t>Native</a:t>
            </a:r>
            <a:r>
              <a:rPr sz="1150" b="1" spc="-5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b="1" dirty="0">
                <a:solidFill>
                  <a:srgbClr val="DAD1E6"/>
                </a:solidFill>
                <a:latin typeface="Trebuchet MS"/>
                <a:cs typeface="Trebuchet MS"/>
              </a:rPr>
              <a:t>Calendars:</a:t>
            </a:r>
            <a:r>
              <a:rPr sz="1150" b="1" spc="-2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Lucida Sans Unicode"/>
                <a:cs typeface="Lucida Sans Unicode"/>
              </a:rPr>
              <a:t>npm</a:t>
            </a:r>
            <a:r>
              <a:rPr sz="1150" spc="-45" dirty="0">
                <a:solidFill>
                  <a:srgbClr val="DAD1E6"/>
                </a:solidFill>
                <a:latin typeface="Lucida Sans Unicode"/>
                <a:cs typeface="Lucida Sans Unicode"/>
              </a:rPr>
              <a:t> </a:t>
            </a:r>
            <a:r>
              <a:rPr sz="1150" spc="-25" dirty="0">
                <a:solidFill>
                  <a:srgbClr val="DAD1E6"/>
                </a:solidFill>
                <a:latin typeface="Lucida Sans Unicode"/>
                <a:cs typeface="Lucida Sans Unicode"/>
              </a:rPr>
              <a:t>install</a:t>
            </a:r>
            <a:r>
              <a:rPr sz="1150" spc="-45" dirty="0">
                <a:solidFill>
                  <a:srgbClr val="DAD1E6"/>
                </a:solidFill>
                <a:latin typeface="Lucida Sans Unicode"/>
                <a:cs typeface="Lucida Sans Unicode"/>
              </a:rPr>
              <a:t> </a:t>
            </a:r>
            <a:r>
              <a:rPr sz="1150" spc="-35" dirty="0">
                <a:solidFill>
                  <a:srgbClr val="DAD1E6"/>
                </a:solidFill>
                <a:latin typeface="Lucida Sans Unicode"/>
                <a:cs typeface="Lucida Sans Unicode"/>
              </a:rPr>
              <a:t>react-native-</a:t>
            </a:r>
            <a:r>
              <a:rPr sz="1150" spc="-10" dirty="0">
                <a:solidFill>
                  <a:srgbClr val="DAD1E6"/>
                </a:solidFill>
                <a:latin typeface="Lucida Sans Unicode"/>
                <a:cs typeface="Lucida Sans Unicode"/>
              </a:rPr>
              <a:t>calendars</a:t>
            </a:r>
            <a:endParaRPr sz="1150" dirty="0">
              <a:latin typeface="Lucida Sans Unicode"/>
              <a:cs typeface="Lucida Sans Unicode"/>
            </a:endParaRPr>
          </a:p>
          <a:p>
            <a:pPr marL="252729" marR="179070" indent="-240665">
              <a:lnSpc>
                <a:spcPct val="168500"/>
              </a:lnSpc>
              <a:buFont typeface="Trebuchet MS"/>
              <a:buAutoNum type="arabicPeriod" startAt="4"/>
              <a:tabLst>
                <a:tab pos="492125" algn="l"/>
              </a:tabLst>
            </a:pPr>
            <a:r>
              <a:rPr sz="1150" b="1" dirty="0">
                <a:solidFill>
                  <a:srgbClr val="DAD1E6"/>
                </a:solidFill>
                <a:latin typeface="Trebuchet MS"/>
                <a:cs typeface="Trebuchet MS"/>
              </a:rPr>
              <a:t>Configuração</a:t>
            </a:r>
            <a:r>
              <a:rPr sz="1150" b="1" spc="-1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b="1" dirty="0">
                <a:solidFill>
                  <a:srgbClr val="DAD1E6"/>
                </a:solidFill>
                <a:latin typeface="Trebuchet MS"/>
                <a:cs typeface="Trebuchet MS"/>
              </a:rPr>
              <a:t>do</a:t>
            </a:r>
            <a:r>
              <a:rPr sz="1150" b="1" spc="-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b="1" dirty="0">
                <a:solidFill>
                  <a:srgbClr val="DAD1E6"/>
                </a:solidFill>
                <a:latin typeface="Trebuchet MS"/>
                <a:cs typeface="Trebuchet MS"/>
              </a:rPr>
              <a:t>Back-end</a:t>
            </a:r>
            <a:r>
              <a:rPr sz="1150" b="1" spc="-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b="1" spc="-20" dirty="0">
                <a:solidFill>
                  <a:srgbClr val="DAD1E6"/>
                </a:solidFill>
                <a:latin typeface="Trebuchet MS"/>
                <a:cs typeface="Trebuchet MS"/>
              </a:rPr>
              <a:t>(Django):</a:t>
            </a:r>
            <a:r>
              <a:rPr sz="1150" b="1" spc="4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65" dirty="0">
                <a:solidFill>
                  <a:srgbClr val="DAD1E6"/>
                </a:solidFill>
                <a:latin typeface="Trebuchet MS"/>
                <a:cs typeface="Trebuchet MS"/>
              </a:rPr>
              <a:t>No</a:t>
            </a:r>
            <a:r>
              <a:rPr sz="1150" spc="3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diretório</a:t>
            </a:r>
            <a:r>
              <a:rPr sz="1150" spc="4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-25" dirty="0">
                <a:solidFill>
                  <a:srgbClr val="DAD1E6"/>
                </a:solidFill>
                <a:latin typeface="Lucida Sans Unicode"/>
                <a:cs typeface="Lucida Sans Unicode"/>
              </a:rPr>
              <a:t>django_backend</a:t>
            </a:r>
            <a:r>
              <a:rPr sz="1150" spc="-25" dirty="0">
                <a:solidFill>
                  <a:srgbClr val="DAD1E6"/>
                </a:solidFill>
                <a:latin typeface="Trebuchet MS"/>
                <a:cs typeface="Trebuchet MS"/>
              </a:rPr>
              <a:t>: 	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Crie</a:t>
            </a:r>
            <a:r>
              <a:rPr sz="1150" spc="-2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55" dirty="0">
                <a:solidFill>
                  <a:srgbClr val="DAD1E6"/>
                </a:solidFill>
                <a:latin typeface="Trebuchet MS"/>
                <a:cs typeface="Trebuchet MS"/>
              </a:rPr>
              <a:t>um</a:t>
            </a:r>
            <a:r>
              <a:rPr sz="1150" spc="-1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ambiente</a:t>
            </a:r>
            <a:r>
              <a:rPr sz="1150" spc="-1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virtual:</a:t>
            </a:r>
            <a:r>
              <a:rPr sz="1150" spc="-1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Lucida Sans Unicode"/>
                <a:cs typeface="Lucida Sans Unicode"/>
              </a:rPr>
              <a:t>python</a:t>
            </a:r>
            <a:r>
              <a:rPr sz="1150" spc="-45" dirty="0">
                <a:solidFill>
                  <a:srgbClr val="DAD1E6"/>
                </a:solidFill>
                <a:latin typeface="Lucida Sans Unicode"/>
                <a:cs typeface="Lucida Sans Unicode"/>
              </a:rPr>
              <a:t> </a:t>
            </a:r>
            <a:r>
              <a:rPr sz="1150" spc="-114" dirty="0">
                <a:solidFill>
                  <a:srgbClr val="DAD1E6"/>
                </a:solidFill>
                <a:latin typeface="Lucida Sans Unicode"/>
                <a:cs typeface="Lucida Sans Unicode"/>
              </a:rPr>
              <a:t>-</a:t>
            </a:r>
            <a:r>
              <a:rPr sz="1150" spc="-180" dirty="0">
                <a:solidFill>
                  <a:srgbClr val="DAD1E6"/>
                </a:solidFill>
                <a:latin typeface="Lucida Sans Unicode"/>
                <a:cs typeface="Lucida Sans Unicode"/>
              </a:rPr>
              <a:t>m</a:t>
            </a:r>
            <a:r>
              <a:rPr sz="1150" spc="-40" dirty="0">
                <a:solidFill>
                  <a:srgbClr val="DAD1E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DAD1E6"/>
                </a:solidFill>
                <a:latin typeface="Lucida Sans Unicode"/>
                <a:cs typeface="Lucida Sans Unicode"/>
              </a:rPr>
              <a:t>venv</a:t>
            </a:r>
            <a:r>
              <a:rPr sz="1150" spc="-45" dirty="0">
                <a:solidFill>
                  <a:srgbClr val="DAD1E6"/>
                </a:solidFill>
                <a:latin typeface="Lucida Sans Unicode"/>
                <a:cs typeface="Lucida Sans Unicode"/>
              </a:rPr>
              <a:t> </a:t>
            </a:r>
            <a:r>
              <a:rPr sz="1150" spc="-20" dirty="0">
                <a:solidFill>
                  <a:srgbClr val="DAD1E6"/>
                </a:solidFill>
                <a:latin typeface="Lucida Sans Unicode"/>
                <a:cs typeface="Lucida Sans Unicode"/>
              </a:rPr>
              <a:t>venv</a:t>
            </a:r>
            <a:endParaRPr sz="1150" dirty="0">
              <a:latin typeface="Lucida Sans Unicode"/>
              <a:cs typeface="Lucida Sans Unicode"/>
            </a:endParaRPr>
          </a:p>
          <a:p>
            <a:pPr marL="492125">
              <a:lnSpc>
                <a:spcPct val="100000"/>
              </a:lnSpc>
              <a:spcBef>
                <a:spcPts val="869"/>
              </a:spcBef>
            </a:pP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Ative</a:t>
            </a:r>
            <a:r>
              <a:rPr sz="1150" spc="5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70" dirty="0">
                <a:solidFill>
                  <a:srgbClr val="DAD1E6"/>
                </a:solidFill>
                <a:latin typeface="Trebuchet MS"/>
                <a:cs typeface="Trebuchet MS"/>
              </a:rPr>
              <a:t>o</a:t>
            </a:r>
            <a:r>
              <a:rPr sz="1150" spc="5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ambiente</a:t>
            </a:r>
            <a:r>
              <a:rPr sz="1150" spc="6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virtual:</a:t>
            </a:r>
            <a:r>
              <a:rPr sz="1150" spc="5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-30" dirty="0">
                <a:solidFill>
                  <a:srgbClr val="DAD1E6"/>
                </a:solidFill>
                <a:latin typeface="Lucida Sans Unicode"/>
                <a:cs typeface="Lucida Sans Unicode"/>
              </a:rPr>
              <a:t>venv\Scripts\activate</a:t>
            </a:r>
            <a:r>
              <a:rPr sz="1150" spc="20" dirty="0">
                <a:solidFill>
                  <a:srgbClr val="DAD1E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(Windows)</a:t>
            </a:r>
            <a:r>
              <a:rPr sz="1150" spc="6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40" dirty="0">
                <a:solidFill>
                  <a:srgbClr val="DAD1E6"/>
                </a:solidFill>
                <a:latin typeface="Trebuchet MS"/>
                <a:cs typeface="Trebuchet MS"/>
              </a:rPr>
              <a:t>ou</a:t>
            </a:r>
            <a:endParaRPr sz="1150" dirty="0">
              <a:latin typeface="Trebuchet MS"/>
              <a:cs typeface="Trebuchet MS"/>
            </a:endParaRPr>
          </a:p>
          <a:p>
            <a:pPr marL="492125">
              <a:lnSpc>
                <a:spcPct val="100000"/>
              </a:lnSpc>
              <a:spcBef>
                <a:spcPts val="570"/>
              </a:spcBef>
            </a:pPr>
            <a:r>
              <a:rPr sz="1150" spc="-10" dirty="0">
                <a:solidFill>
                  <a:srgbClr val="DAD1E6"/>
                </a:solidFill>
                <a:latin typeface="Lucida Sans Unicode"/>
                <a:cs typeface="Lucida Sans Unicode"/>
              </a:rPr>
              <a:t>source</a:t>
            </a:r>
            <a:r>
              <a:rPr sz="1150" spc="10" dirty="0">
                <a:solidFill>
                  <a:srgbClr val="DAD1E6"/>
                </a:solidFill>
                <a:latin typeface="Lucida Sans Unicode"/>
                <a:cs typeface="Lucida Sans Unicode"/>
              </a:rPr>
              <a:t> </a:t>
            </a:r>
            <a:r>
              <a:rPr sz="1150" spc="-30" dirty="0">
                <a:solidFill>
                  <a:srgbClr val="DAD1E6"/>
                </a:solidFill>
                <a:latin typeface="Lucida Sans Unicode"/>
                <a:cs typeface="Lucida Sans Unicode"/>
              </a:rPr>
              <a:t>venv/bin/activate</a:t>
            </a:r>
            <a:r>
              <a:rPr sz="1150" spc="5" dirty="0">
                <a:solidFill>
                  <a:srgbClr val="DAD1E6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DAD1E6"/>
                </a:solidFill>
                <a:latin typeface="Trebuchet MS"/>
                <a:cs typeface="Trebuchet MS"/>
              </a:rPr>
              <a:t>(macOS/Linux)</a:t>
            </a:r>
            <a:endParaRPr sz="1150" dirty="0">
              <a:latin typeface="Trebuchet MS"/>
              <a:cs typeface="Trebuchet MS"/>
            </a:endParaRPr>
          </a:p>
          <a:p>
            <a:pPr marL="492125">
              <a:lnSpc>
                <a:spcPct val="100000"/>
              </a:lnSpc>
              <a:spcBef>
                <a:spcPts val="869"/>
              </a:spcBef>
            </a:pP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Instale</a:t>
            </a:r>
            <a:r>
              <a:rPr sz="1150" spc="55" dirty="0">
                <a:solidFill>
                  <a:srgbClr val="DAD1E6"/>
                </a:solidFill>
                <a:latin typeface="Trebuchet MS"/>
                <a:cs typeface="Trebuchet MS"/>
              </a:rPr>
              <a:t> as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dependências:</a:t>
            </a:r>
            <a:r>
              <a:rPr sz="1150" spc="6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-20" dirty="0">
                <a:solidFill>
                  <a:srgbClr val="DAD1E6"/>
                </a:solidFill>
                <a:latin typeface="Lucida Sans Unicode"/>
                <a:cs typeface="Lucida Sans Unicode"/>
              </a:rPr>
              <a:t>pip</a:t>
            </a:r>
            <a:r>
              <a:rPr sz="1150" spc="30" dirty="0">
                <a:solidFill>
                  <a:srgbClr val="DAD1E6"/>
                </a:solidFill>
                <a:latin typeface="Lucida Sans Unicode"/>
                <a:cs typeface="Lucida Sans Unicode"/>
              </a:rPr>
              <a:t> </a:t>
            </a:r>
            <a:r>
              <a:rPr sz="1150" spc="-25" dirty="0">
                <a:solidFill>
                  <a:srgbClr val="DAD1E6"/>
                </a:solidFill>
                <a:latin typeface="Lucida Sans Unicode"/>
                <a:cs typeface="Lucida Sans Unicode"/>
              </a:rPr>
              <a:t>install</a:t>
            </a:r>
            <a:r>
              <a:rPr sz="1150" spc="25" dirty="0">
                <a:solidFill>
                  <a:srgbClr val="DAD1E6"/>
                </a:solidFill>
                <a:latin typeface="Lucida Sans Unicode"/>
                <a:cs typeface="Lucida Sans Unicode"/>
              </a:rPr>
              <a:t> </a:t>
            </a:r>
            <a:r>
              <a:rPr sz="1150" spc="-175" dirty="0">
                <a:solidFill>
                  <a:srgbClr val="DAD1E6"/>
                </a:solidFill>
                <a:latin typeface="Lucida Sans Unicode"/>
                <a:cs typeface="Lucida Sans Unicode"/>
              </a:rPr>
              <a:t>-</a:t>
            </a:r>
            <a:r>
              <a:rPr sz="1150" spc="-125" dirty="0">
                <a:solidFill>
                  <a:srgbClr val="DAD1E6"/>
                </a:solidFill>
                <a:latin typeface="Lucida Sans Unicode"/>
                <a:cs typeface="Lucida Sans Unicode"/>
              </a:rPr>
              <a:t>r</a:t>
            </a:r>
            <a:r>
              <a:rPr sz="1150" spc="30" dirty="0">
                <a:solidFill>
                  <a:srgbClr val="DAD1E6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DAD1E6"/>
                </a:solidFill>
                <a:latin typeface="Lucida Sans Unicode"/>
                <a:cs typeface="Lucida Sans Unicode"/>
              </a:rPr>
              <a:t>requirements.txt</a:t>
            </a:r>
            <a:endParaRPr sz="1150" dirty="0">
              <a:latin typeface="Lucida Sans Unicode"/>
              <a:cs typeface="Lucida Sans Unicode"/>
            </a:endParaRPr>
          </a:p>
          <a:p>
            <a:pPr marL="252095" marR="136525" indent="-240029" algn="just">
              <a:lnSpc>
                <a:spcPct val="135900"/>
              </a:lnSpc>
              <a:spcBef>
                <a:spcPts val="450"/>
              </a:spcBef>
              <a:buFont typeface="Trebuchet MS"/>
              <a:buAutoNum type="arabicPeriod" startAt="5"/>
              <a:tabLst>
                <a:tab pos="252095" algn="l"/>
              </a:tabLst>
            </a:pPr>
            <a:r>
              <a:rPr sz="1150" b="1" dirty="0">
                <a:solidFill>
                  <a:srgbClr val="DAD1E6"/>
                </a:solidFill>
                <a:latin typeface="Trebuchet MS"/>
                <a:cs typeface="Trebuchet MS"/>
              </a:rPr>
              <a:t>Rodando</a:t>
            </a:r>
            <a:r>
              <a:rPr sz="1150" b="1" spc="-2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b="1" dirty="0">
                <a:solidFill>
                  <a:srgbClr val="DAD1E6"/>
                </a:solidFill>
                <a:latin typeface="Trebuchet MS"/>
                <a:cs typeface="Trebuchet MS"/>
              </a:rPr>
              <a:t>o</a:t>
            </a:r>
            <a:r>
              <a:rPr sz="1150" b="1" spc="-1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b="1" spc="-30" dirty="0">
                <a:solidFill>
                  <a:srgbClr val="DAD1E6"/>
                </a:solidFill>
                <a:latin typeface="Trebuchet MS"/>
                <a:cs typeface="Trebuchet MS"/>
              </a:rPr>
              <a:t>Projeto:</a:t>
            </a:r>
            <a:r>
              <a:rPr sz="1150" b="1" spc="2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Execute</a:t>
            </a:r>
            <a:r>
              <a:rPr sz="1150" spc="2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-40" dirty="0">
                <a:solidFill>
                  <a:srgbClr val="DAD1E6"/>
                </a:solidFill>
                <a:latin typeface="Lucida Sans Unicode"/>
                <a:cs typeface="Lucida Sans Unicode"/>
              </a:rPr>
              <a:t>npx</a:t>
            </a:r>
            <a:r>
              <a:rPr sz="1150" spc="-5" dirty="0">
                <a:solidFill>
                  <a:srgbClr val="DAD1E6"/>
                </a:solidFill>
                <a:latin typeface="Lucida Sans Unicode"/>
                <a:cs typeface="Lucida Sans Unicode"/>
              </a:rPr>
              <a:t> </a:t>
            </a:r>
            <a:r>
              <a:rPr sz="1150" spc="-20" dirty="0">
                <a:solidFill>
                  <a:srgbClr val="DAD1E6"/>
                </a:solidFill>
                <a:latin typeface="Lucida Sans Unicode"/>
                <a:cs typeface="Lucida Sans Unicode"/>
              </a:rPr>
              <a:t>expo</a:t>
            </a:r>
            <a:r>
              <a:rPr sz="1150" dirty="0">
                <a:solidFill>
                  <a:srgbClr val="DAD1E6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DAD1E6"/>
                </a:solidFill>
                <a:latin typeface="Lucida Sans Unicode"/>
                <a:cs typeface="Lucida Sans Unicode"/>
              </a:rPr>
              <a:t>start</a:t>
            </a:r>
            <a:r>
              <a:rPr sz="1150" spc="5" dirty="0">
                <a:solidFill>
                  <a:srgbClr val="DAD1E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para</a:t>
            </a:r>
            <a:r>
              <a:rPr sz="1150" spc="2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iniciar</a:t>
            </a:r>
            <a:r>
              <a:rPr sz="1150" spc="2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70" dirty="0">
                <a:solidFill>
                  <a:srgbClr val="DAD1E6"/>
                </a:solidFill>
                <a:latin typeface="Trebuchet MS"/>
                <a:cs typeface="Trebuchet MS"/>
              </a:rPr>
              <a:t>o</a:t>
            </a:r>
            <a:r>
              <a:rPr sz="1150" spc="2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Expo</a:t>
            </a:r>
            <a:r>
              <a:rPr sz="1150" spc="2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-25" dirty="0">
                <a:solidFill>
                  <a:srgbClr val="DAD1E6"/>
                </a:solidFill>
                <a:latin typeface="Trebuchet MS"/>
                <a:cs typeface="Trebuchet MS"/>
              </a:rPr>
              <a:t>Dev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Tools</a:t>
            </a:r>
            <a:r>
              <a:rPr sz="1150" spc="4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65" dirty="0">
                <a:solidFill>
                  <a:srgbClr val="DAD1E6"/>
                </a:solidFill>
                <a:latin typeface="Trebuchet MS"/>
                <a:cs typeface="Trebuchet MS"/>
              </a:rPr>
              <a:t>no</a:t>
            </a:r>
            <a:r>
              <a:rPr sz="1150" spc="4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navegador.</a:t>
            </a:r>
            <a:r>
              <a:rPr sz="1150" spc="4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A</a:t>
            </a:r>
            <a:r>
              <a:rPr sz="1150" spc="4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partir</a:t>
            </a:r>
            <a:r>
              <a:rPr sz="1150" spc="4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daí,</a:t>
            </a:r>
            <a:r>
              <a:rPr sz="1150" spc="4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você</a:t>
            </a:r>
            <a:r>
              <a:rPr sz="1150" spc="4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poderá</a:t>
            </a:r>
            <a:r>
              <a:rPr sz="1150" spc="4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rodar</a:t>
            </a:r>
            <a:r>
              <a:rPr sz="1150" spc="4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70" dirty="0">
                <a:solidFill>
                  <a:srgbClr val="DAD1E6"/>
                </a:solidFill>
                <a:latin typeface="Trebuchet MS"/>
                <a:cs typeface="Trebuchet MS"/>
              </a:rPr>
              <a:t>o</a:t>
            </a:r>
            <a:r>
              <a:rPr sz="1150" spc="4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aplicativo</a:t>
            </a:r>
            <a:r>
              <a:rPr sz="1150" spc="4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-25" dirty="0">
                <a:solidFill>
                  <a:srgbClr val="DAD1E6"/>
                </a:solidFill>
                <a:latin typeface="Trebuchet MS"/>
                <a:cs typeface="Trebuchet MS"/>
              </a:rPr>
              <a:t>em </a:t>
            </a:r>
            <a:r>
              <a:rPr sz="1150" spc="20" dirty="0">
                <a:solidFill>
                  <a:srgbClr val="DAD1E6"/>
                </a:solidFill>
                <a:latin typeface="Trebuchet MS"/>
                <a:cs typeface="Trebuchet MS"/>
              </a:rPr>
              <a:t>emuladores</a:t>
            </a:r>
            <a:r>
              <a:rPr sz="1150" spc="12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65" dirty="0">
                <a:solidFill>
                  <a:srgbClr val="DAD1E6"/>
                </a:solidFill>
                <a:latin typeface="Trebuchet MS"/>
                <a:cs typeface="Trebuchet MS"/>
              </a:rPr>
              <a:t>ou</a:t>
            </a:r>
            <a:r>
              <a:rPr sz="1150" spc="12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20" dirty="0">
                <a:solidFill>
                  <a:srgbClr val="DAD1E6"/>
                </a:solidFill>
                <a:latin typeface="Trebuchet MS"/>
                <a:cs typeface="Trebuchet MS"/>
              </a:rPr>
              <a:t>dispositivos</a:t>
            </a:r>
            <a:r>
              <a:rPr sz="1150" spc="12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AD1E6"/>
                </a:solidFill>
                <a:latin typeface="Trebuchet MS"/>
                <a:cs typeface="Trebuchet MS"/>
              </a:rPr>
              <a:t>móveis.</a:t>
            </a:r>
            <a:endParaRPr sz="1150" dirty="0">
              <a:latin typeface="Trebuchet MS"/>
              <a:cs typeface="Trebuchet MS"/>
            </a:endParaRPr>
          </a:p>
          <a:p>
            <a:pPr marL="252095" marR="5080" indent="-240029">
              <a:lnSpc>
                <a:spcPct val="135900"/>
              </a:lnSpc>
              <a:spcBef>
                <a:spcPts val="450"/>
              </a:spcBef>
              <a:buFont typeface="Trebuchet MS"/>
              <a:buAutoNum type="arabicPeriod" startAt="5"/>
              <a:tabLst>
                <a:tab pos="252095" algn="l"/>
              </a:tabLst>
            </a:pPr>
            <a:r>
              <a:rPr sz="1150" b="1" spc="-10" dirty="0">
                <a:solidFill>
                  <a:srgbClr val="DAD1E6"/>
                </a:solidFill>
                <a:latin typeface="Trebuchet MS"/>
                <a:cs typeface="Trebuchet MS"/>
              </a:rPr>
              <a:t>Verificando</a:t>
            </a:r>
            <a:r>
              <a:rPr sz="1150" b="1" spc="-4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b="1" dirty="0">
                <a:solidFill>
                  <a:srgbClr val="DAD1E6"/>
                </a:solidFill>
                <a:latin typeface="Trebuchet MS"/>
                <a:cs typeface="Trebuchet MS"/>
              </a:rPr>
              <a:t>o</a:t>
            </a:r>
            <a:r>
              <a:rPr sz="1150" b="1" spc="-4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b="1" dirty="0">
                <a:solidFill>
                  <a:srgbClr val="DAD1E6"/>
                </a:solidFill>
                <a:latin typeface="Trebuchet MS"/>
                <a:cs typeface="Trebuchet MS"/>
              </a:rPr>
              <a:t>Banco</a:t>
            </a:r>
            <a:r>
              <a:rPr sz="1150" b="1" spc="-4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b="1" dirty="0">
                <a:solidFill>
                  <a:srgbClr val="DAD1E6"/>
                </a:solidFill>
                <a:latin typeface="Trebuchet MS"/>
                <a:cs typeface="Trebuchet MS"/>
              </a:rPr>
              <a:t>de</a:t>
            </a:r>
            <a:r>
              <a:rPr sz="1150" b="1" spc="-4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b="1" dirty="0">
                <a:solidFill>
                  <a:srgbClr val="DAD1E6"/>
                </a:solidFill>
                <a:latin typeface="Trebuchet MS"/>
                <a:cs typeface="Trebuchet MS"/>
              </a:rPr>
              <a:t>Dados:</a:t>
            </a:r>
            <a:r>
              <a:rPr sz="1150" b="1" spc="-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Execute</a:t>
            </a:r>
            <a:r>
              <a:rPr sz="1150" spc="-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Lucida Sans Unicode"/>
                <a:cs typeface="Lucida Sans Unicode"/>
              </a:rPr>
              <a:t>python</a:t>
            </a:r>
            <a:r>
              <a:rPr sz="1150" spc="-30" dirty="0">
                <a:solidFill>
                  <a:srgbClr val="DAD1E6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DAD1E6"/>
                </a:solidFill>
                <a:latin typeface="Lucida Sans Unicode"/>
                <a:cs typeface="Lucida Sans Unicode"/>
              </a:rPr>
              <a:t>manage.py</a:t>
            </a:r>
            <a:r>
              <a:rPr sz="1150" spc="500" dirty="0">
                <a:solidFill>
                  <a:srgbClr val="DAD1E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DAD1E6"/>
                </a:solidFill>
                <a:latin typeface="Lucida Sans Unicode"/>
                <a:cs typeface="Lucida Sans Unicode"/>
              </a:rPr>
              <a:t>runserver</a:t>
            </a:r>
            <a:r>
              <a:rPr sz="1150" spc="45" dirty="0">
                <a:solidFill>
                  <a:srgbClr val="DAD1E6"/>
                </a:solidFill>
                <a:latin typeface="Lucida Sans Unicode"/>
                <a:cs typeface="Lucida Sans Unicode"/>
              </a:rPr>
              <a:t> </a:t>
            </a:r>
            <a:r>
              <a:rPr sz="1150" spc="-20" dirty="0">
                <a:solidFill>
                  <a:srgbClr val="DAD1E6"/>
                </a:solidFill>
                <a:latin typeface="Lucida Sans Unicode"/>
                <a:cs typeface="Lucida Sans Unicode"/>
              </a:rPr>
              <a:t>"IP_LOCAL":800</a:t>
            </a:r>
            <a:r>
              <a:rPr sz="1150" spc="45" dirty="0">
                <a:solidFill>
                  <a:srgbClr val="DAD1E6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(substitua</a:t>
            </a:r>
            <a:r>
              <a:rPr sz="1150" spc="7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AD1E6"/>
                </a:solidFill>
                <a:latin typeface="Trebuchet MS"/>
                <a:cs typeface="Trebuchet MS"/>
              </a:rPr>
              <a:t>IP_LOCAL</a:t>
            </a:r>
            <a:r>
              <a:rPr sz="1150" spc="7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pelo</a:t>
            </a:r>
            <a:r>
              <a:rPr sz="1150" spc="7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50" dirty="0">
                <a:solidFill>
                  <a:srgbClr val="DAD1E6"/>
                </a:solidFill>
                <a:latin typeface="Trebuchet MS"/>
                <a:cs typeface="Trebuchet MS"/>
              </a:rPr>
              <a:t>seu</a:t>
            </a:r>
            <a:r>
              <a:rPr sz="1150" spc="7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endereço</a:t>
            </a:r>
            <a:r>
              <a:rPr sz="1150" spc="7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-25" dirty="0">
                <a:solidFill>
                  <a:srgbClr val="DAD1E6"/>
                </a:solidFill>
                <a:latin typeface="Trebuchet MS"/>
                <a:cs typeface="Trebuchet MS"/>
              </a:rPr>
              <a:t>IP)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para</a:t>
            </a:r>
            <a:r>
              <a:rPr sz="1150" spc="5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verificar</a:t>
            </a:r>
            <a:r>
              <a:rPr sz="1150" spc="5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a</a:t>
            </a:r>
            <a:r>
              <a:rPr sz="1150" spc="5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conexão</a:t>
            </a:r>
            <a:r>
              <a:rPr sz="1150" spc="5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com</a:t>
            </a:r>
            <a:r>
              <a:rPr sz="1150" spc="5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70" dirty="0">
                <a:solidFill>
                  <a:srgbClr val="DAD1E6"/>
                </a:solidFill>
                <a:latin typeface="Trebuchet MS"/>
                <a:cs typeface="Trebuchet MS"/>
              </a:rPr>
              <a:t>o</a:t>
            </a:r>
            <a:r>
              <a:rPr sz="1150" spc="5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banco</a:t>
            </a:r>
            <a:r>
              <a:rPr sz="1150" spc="55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AD1E6"/>
                </a:solidFill>
                <a:latin typeface="Trebuchet MS"/>
                <a:cs typeface="Trebuchet MS"/>
              </a:rPr>
              <a:t>de</a:t>
            </a:r>
            <a:r>
              <a:rPr sz="1150" spc="50" dirty="0">
                <a:solidFill>
                  <a:srgbClr val="DAD1E6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AD1E6"/>
                </a:solidFill>
                <a:latin typeface="Trebuchet MS"/>
                <a:cs typeface="Trebuchet MS"/>
              </a:rPr>
              <a:t>dados.</a:t>
            </a:r>
            <a:endParaRPr sz="1150" dirty="0">
              <a:latin typeface="Trebuchet MS"/>
              <a:cs typeface="Trebuchet MS"/>
            </a:endParaRPr>
          </a:p>
        </p:txBody>
      </p:sp>
      <p:pic>
        <p:nvPicPr>
          <p:cNvPr id="37" name="object 37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7919466"/>
            <a:ext cx="1754504" cy="419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1430001" cy="1089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806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1430001" cy="1089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549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1430001" cy="1089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753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1430001" cy="1089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15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1430000" cy="1089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871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1430000" cy="1089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503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1430001" cy="1089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330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1430000" cy="1089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706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0" cy="1089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776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0" cy="1089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7452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0" cy="4683124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4683124"/>
            <a:ext cx="11430000" cy="620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1273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1430001" cy="10890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888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0" cy="1089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472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94CAE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Words>473</Words>
  <Application>Microsoft Office PowerPoint</Application>
  <PresentationFormat>Personalizar</PresentationFormat>
  <Paragraphs>73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2" baseType="lpstr">
      <vt:lpstr>Lucida Sans Unicode</vt:lpstr>
      <vt:lpstr>Times New Roman</vt:lpstr>
      <vt:lpstr>Trebuchet MS</vt:lpstr>
      <vt:lpstr>Office Theme</vt:lpstr>
      <vt:lpstr>VaiJunto? Conectando Universitários com Caronas Inteligentes</vt:lpstr>
      <vt:lpstr>A Equipe Por Trás do VaiJunto?</vt:lpstr>
      <vt:lpstr>Visão Geral do Projeto e Sumário</vt:lpstr>
      <vt:lpstr>Requisitos e Configuração do Ambiente de Desenvolvimento</vt:lpstr>
      <vt:lpstr>Funcionalidades e Instalação de Dependências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creator>User</dc:creator>
  <cp:lastModifiedBy>User</cp:lastModifiedBy>
  <cp:revision>4</cp:revision>
  <dcterms:created xsi:type="dcterms:W3CDTF">2025-11-15T00:50:35Z</dcterms:created>
  <dcterms:modified xsi:type="dcterms:W3CDTF">2025-11-24T14:48:40Z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2025-11-14T00:00:00Z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2025-11-15T00:00:00Z</vt:filetime>
  </property>
  <property fmtid="{D5CDD505-2E9C-101B-9397-08002B2CF9AE}" pid="5" name="Producer">
    <vt:lpwstr>GPL Ghostscript 9.56.1</vt:lpwstr>
  </property>
</Properties>
</file>